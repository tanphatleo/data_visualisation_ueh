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1A63"/>
    <a:srgbClr val="F680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2172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8716-8EE1-F364-C4D8-D1FF74088E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E34686-3E2B-3B04-1F57-B16CD5F511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7394E-7E74-9B89-B7F4-553427479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4FCC5-934C-59FD-F043-5698EEC28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572F7-D348-9D08-5165-C5690C0B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645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67F8-CD6D-05C1-5DA7-F6C9CE628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A7252-7A62-FDD8-F266-601ED662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90D6F-265C-BB35-CE9B-94B9E32A7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10EA5-E222-CC84-E0C5-1A2EC668D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1476D-0A4F-8397-E5CC-208B0AC9D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87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44EA-3F30-7D4A-C033-9F35CFFE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83BEB-C564-2686-FCB6-A116FED9B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E935E-DEBC-1300-AD65-24647576D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AF7DE-38B5-B018-7AE2-C6A0CA96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4C86B-6BEA-996A-8BA2-1074B27F1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217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7CF3-6299-82A4-89F6-2E5918C0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2DEC0-8D0E-2EF6-6DEF-301C91FA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CF0FBB-2D40-145D-5BEC-2786297B5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596E1-5226-30F6-6D48-6DC56BDBB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A543AA-E47B-3EE6-71D9-F3E5F6072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0AD8D-9400-FB47-4FA4-30F12F78F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684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AA24A-65C8-CFEF-9307-5D03DBE58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6031B-42E6-ABF2-BDD2-2E693E6B7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F2E0A-817F-13D6-CB7F-DC0EE46F4B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27397-D23D-7BC3-778C-807B95089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50CCB-F868-C538-807B-9E6C1897E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7EBF4B-A643-B1D0-460B-38EB2F44B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A0AD69-F76A-020F-55E5-99719AD8A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550CD-D7A7-7C0A-9BE3-895F77F85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15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FEF3-BE1E-8808-32DF-7D9E65F60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E199D6-F006-4837-338E-AD80BEE11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85F57-5355-DA97-B948-F62D3FD4C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86E34-A3F7-7C78-2697-BB491CCD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B5B201-2DE9-E296-E962-6A0E3F9F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73734-1A35-D5A6-9C07-E6D8A162C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0574B-0139-A866-2B42-1661485FC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32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88FD-99CE-6514-61B9-C05459E3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4D0F2-AB06-A810-F937-11DDA6874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43864-2547-C108-FAB2-B3A12E2B5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3538A-AC26-3F04-9230-544B1832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E5621-5944-73CD-0F1E-FB069334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6085D-2804-6A60-704D-C0CCE3FB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40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7E702-87E6-5F8F-9272-396077115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B9CD4C-68C2-342E-FF4A-0D59D56716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491BA0-0372-6456-A4F4-E21B94CB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CCDBD-5595-8C8B-89AF-354E9070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ACA19-F9ED-6AFE-4C88-7E14E609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3E7BE-E805-BB81-D1E1-CF103FD45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286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A81C8-FB38-DB4C-45B0-9921CDC10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F9E8BF-FDA2-D62F-F8CA-CA074FAFF4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1036F-0808-4A67-E083-800CF780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B4CDD-C48F-1499-B81D-58B438D5F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2E5FCC-7C4A-2CB2-2E7C-0C5D36A2E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52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EDBD-806F-2184-64CD-93D8F67325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2B704-35B5-7D74-65D8-6C31CCD13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C4975-7215-3DBA-D85B-D5A86DAAA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79FCB-5283-37E2-635A-E063DF4AB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9ED10-50E2-5111-C214-2EC4F602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2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2E5665-B26D-09D2-C5FC-B688CDD8A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AE506-E05D-D3AF-98A6-5A31ED02A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11291-EC7C-3294-BFD0-240C65239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D4E4F-4EA3-4E03-A869-75AB751DA492}" type="datetimeFigureOut">
              <a:rPr lang="en-US" smtClean="0"/>
              <a:t>2026-05-22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86B99-1670-624E-63AC-16968C21B6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12AA4-3F95-2B98-A479-0B215F2A0E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555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>
            <a:extLst>
              <a:ext uri="{FF2B5EF4-FFF2-40B4-BE49-F238E27FC236}">
                <a16:creationId xmlns:a16="http://schemas.microsoft.com/office/drawing/2014/main" id="{6644EC07-B138-EB12-8B4E-01E223283C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7692" y="130394"/>
            <a:ext cx="836598" cy="836598"/>
          </a:xfrm>
          <a:prstGeom prst="rect">
            <a:avLst/>
          </a:prstGeom>
          <a:noFill/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CD1F9111-C6F6-9EE7-B4D6-4ED17EEE6ACC}"/>
              </a:ext>
            </a:extLst>
          </p:cNvPr>
          <p:cNvSpPr txBox="1"/>
          <p:nvPr/>
        </p:nvSpPr>
        <p:spPr>
          <a:xfrm>
            <a:off x="5287961" y="3038475"/>
            <a:ext cx="1695450" cy="679450"/>
          </a:xfrm>
          <a:prstGeom prst="rect">
            <a:avLst/>
          </a:prstGeom>
          <a:noFill/>
          <a:ln>
            <a:solidFill>
              <a:srgbClr val="0D1A63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What would you
like to show?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2AB57A5D-F737-4EED-F891-AD4B578EF187}"/>
              </a:ext>
            </a:extLst>
          </p:cNvPr>
          <p:cNvSpPr txBox="1"/>
          <p:nvPr/>
        </p:nvSpPr>
        <p:spPr>
          <a:xfrm>
            <a:off x="5287961" y="2473325"/>
            <a:ext cx="1695450" cy="260350"/>
          </a:xfrm>
          <a:prstGeom prst="rect">
            <a:avLst/>
          </a:prstGeom>
          <a:noFill/>
          <a:ln>
            <a:solidFill>
              <a:srgbClr val="0D1A63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COMPARISON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F9FE2F6-C345-1695-780E-DAC6C4C77EC2}"/>
              </a:ext>
            </a:extLst>
          </p:cNvPr>
          <p:cNvSpPr txBox="1"/>
          <p:nvPr/>
        </p:nvSpPr>
        <p:spPr>
          <a:xfrm>
            <a:off x="7221536" y="3251200"/>
            <a:ext cx="1279527" cy="254000"/>
          </a:xfrm>
          <a:prstGeom prst="rect">
            <a:avLst/>
          </a:prstGeom>
          <a:noFill/>
          <a:ln>
            <a:solidFill>
              <a:srgbClr val="F68048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RELATIONSHIP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92C11C62-BB79-68A4-9C94-19534B0FD94D}"/>
              </a:ext>
            </a:extLst>
          </p:cNvPr>
          <p:cNvSpPr txBox="1"/>
          <p:nvPr/>
        </p:nvSpPr>
        <p:spPr>
          <a:xfrm>
            <a:off x="3770310" y="3251200"/>
            <a:ext cx="1279526" cy="254000"/>
          </a:xfrm>
          <a:prstGeom prst="rect">
            <a:avLst/>
          </a:prstGeom>
          <a:noFill/>
          <a:ln>
            <a:solidFill>
              <a:srgbClr val="D95B00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DISTRIBUTION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ED7144E9-5BED-3BEF-2CB8-EC11BB80A71E}"/>
              </a:ext>
            </a:extLst>
          </p:cNvPr>
          <p:cNvSpPr txBox="1"/>
          <p:nvPr/>
        </p:nvSpPr>
        <p:spPr>
          <a:xfrm>
            <a:off x="5287963" y="4022725"/>
            <a:ext cx="1695448" cy="260350"/>
          </a:xfrm>
          <a:prstGeom prst="rect">
            <a:avLst/>
          </a:prstGeom>
          <a:noFill/>
          <a:ln>
            <a:solidFill>
              <a:srgbClr val="2E8B6E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COMPOSITION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210C4F70-359B-E68E-0832-FBA44E37B0D3}"/>
              </a:ext>
            </a:extLst>
          </p:cNvPr>
          <p:cNvSpPr txBox="1"/>
          <p:nvPr/>
        </p:nvSpPr>
        <p:spPr>
          <a:xfrm>
            <a:off x="10370557" y="2903264"/>
            <a:ext cx="1008642" cy="23314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HISTOGRAM</a:t>
            </a:r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78131791-2CC4-2F2C-090F-9A4EE6FE1C37}"/>
              </a:ext>
            </a:extLst>
          </p:cNvPr>
          <p:cNvSpPr txBox="1"/>
          <p:nvPr/>
        </p:nvSpPr>
        <p:spPr>
          <a:xfrm>
            <a:off x="10343354" y="3508375"/>
            <a:ext cx="1399385" cy="2667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BOX &amp; WHISKERS</a:t>
            </a:r>
          </a:p>
        </p:txBody>
      </p:sp>
      <p:sp>
        <p:nvSpPr>
          <p:cNvPr id="17" name="TextBox 15">
            <a:extLst>
              <a:ext uri="{FF2B5EF4-FFF2-40B4-BE49-F238E27FC236}">
                <a16:creationId xmlns:a16="http://schemas.microsoft.com/office/drawing/2014/main" id="{77A8DDD8-78FE-C563-4F85-B9E621BA75F0}"/>
              </a:ext>
            </a:extLst>
          </p:cNvPr>
          <p:cNvSpPr txBox="1"/>
          <p:nvPr/>
        </p:nvSpPr>
        <p:spPr>
          <a:xfrm>
            <a:off x="918359" y="5845450"/>
            <a:ext cx="1524000" cy="24884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DONUT</a:t>
            </a:r>
          </a:p>
        </p:txBody>
      </p:sp>
      <p:sp>
        <p:nvSpPr>
          <p:cNvPr id="18" name="TextBox 16">
            <a:extLst>
              <a:ext uri="{FF2B5EF4-FFF2-40B4-BE49-F238E27FC236}">
                <a16:creationId xmlns:a16="http://schemas.microsoft.com/office/drawing/2014/main" id="{CF5FE843-14BD-1B88-CBD7-C2FB3884CBCE}"/>
              </a:ext>
            </a:extLst>
          </p:cNvPr>
          <p:cNvSpPr txBox="1"/>
          <p:nvPr/>
        </p:nvSpPr>
        <p:spPr>
          <a:xfrm>
            <a:off x="3032533" y="5842399"/>
            <a:ext cx="934237" cy="241105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TREE MAP</a:t>
            </a:r>
          </a:p>
        </p:txBody>
      </p:sp>
      <p:sp>
        <p:nvSpPr>
          <p:cNvPr id="19" name="TextBox 17">
            <a:extLst>
              <a:ext uri="{FF2B5EF4-FFF2-40B4-BE49-F238E27FC236}">
                <a16:creationId xmlns:a16="http://schemas.microsoft.com/office/drawing/2014/main" id="{3B5BC2CE-5AFB-2B83-88FC-748585495EB8}"/>
              </a:ext>
            </a:extLst>
          </p:cNvPr>
          <p:cNvSpPr txBox="1"/>
          <p:nvPr/>
        </p:nvSpPr>
        <p:spPr>
          <a:xfrm>
            <a:off x="5014529" y="5678805"/>
            <a:ext cx="874698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STACKED </a:t>
            </a:r>
            <a:b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COLUMN</a:t>
            </a:r>
          </a:p>
        </p:txBody>
      </p:sp>
      <p:sp>
        <p:nvSpPr>
          <p:cNvPr id="20" name="TextBox 18">
            <a:extLst>
              <a:ext uri="{FF2B5EF4-FFF2-40B4-BE49-F238E27FC236}">
                <a16:creationId xmlns:a16="http://schemas.microsoft.com/office/drawing/2014/main" id="{1687E7BD-99A5-CDA3-AD38-839BAF5BC681}"/>
              </a:ext>
            </a:extLst>
          </p:cNvPr>
          <p:cNvSpPr txBox="1"/>
          <p:nvPr/>
        </p:nvSpPr>
        <p:spPr>
          <a:xfrm>
            <a:off x="7185847" y="5680072"/>
            <a:ext cx="854052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STACKED </a:t>
            </a:r>
            <a:b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AREA</a:t>
            </a:r>
          </a:p>
        </p:txBody>
      </p:sp>
      <p:sp>
        <p:nvSpPr>
          <p:cNvPr id="21" name="TextBox 19">
            <a:extLst>
              <a:ext uri="{FF2B5EF4-FFF2-40B4-BE49-F238E27FC236}">
                <a16:creationId xmlns:a16="http://schemas.microsoft.com/office/drawing/2014/main" id="{C2DD1D4A-B2FB-63EC-9EB3-8772141F6E2D}"/>
              </a:ext>
            </a:extLst>
          </p:cNvPr>
          <p:cNvSpPr txBox="1"/>
          <p:nvPr/>
        </p:nvSpPr>
        <p:spPr>
          <a:xfrm>
            <a:off x="8458205" y="5707047"/>
            <a:ext cx="854052" cy="395281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100% ST. </a:t>
            </a:r>
            <a:r>
              <a:rPr lang="en-US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COLUMN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A5B5438A-BDEE-5813-6A28-C0DC84A33E27}"/>
              </a:ext>
            </a:extLst>
          </p:cNvPr>
          <p:cNvSpPr txBox="1"/>
          <p:nvPr/>
        </p:nvSpPr>
        <p:spPr>
          <a:xfrm>
            <a:off x="3402007" y="1920477"/>
            <a:ext cx="1203324" cy="2540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OF CATEGORIES</a:t>
            </a:r>
          </a:p>
        </p:txBody>
      </p:sp>
      <p:sp>
        <p:nvSpPr>
          <p:cNvPr id="25" name="TextBox 23">
            <a:extLst>
              <a:ext uri="{FF2B5EF4-FFF2-40B4-BE49-F238E27FC236}">
                <a16:creationId xmlns:a16="http://schemas.microsoft.com/office/drawing/2014/main" id="{F9A31CBF-F245-85C6-CB5D-EC9FB2219ADA}"/>
              </a:ext>
            </a:extLst>
          </p:cNvPr>
          <p:cNvSpPr txBox="1"/>
          <p:nvPr/>
        </p:nvSpPr>
        <p:spPr>
          <a:xfrm>
            <a:off x="6111880" y="5311769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27" name="TextBox 25">
            <a:extLst>
              <a:ext uri="{FF2B5EF4-FFF2-40B4-BE49-F238E27FC236}">
                <a16:creationId xmlns:a16="http://schemas.microsoft.com/office/drawing/2014/main" id="{1D21845C-33D9-8089-839B-658EE1A59491}"/>
              </a:ext>
            </a:extLst>
          </p:cNvPr>
          <p:cNvSpPr txBox="1"/>
          <p:nvPr/>
        </p:nvSpPr>
        <p:spPr>
          <a:xfrm>
            <a:off x="2239960" y="2565400"/>
            <a:ext cx="909637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2 VARIABLES</a:t>
            </a:r>
          </a:p>
        </p:txBody>
      </p:sp>
      <p:sp>
        <p:nvSpPr>
          <p:cNvPr id="28" name="TextBox 26">
            <a:extLst>
              <a:ext uri="{FF2B5EF4-FFF2-40B4-BE49-F238E27FC236}">
                <a16:creationId xmlns:a16="http://schemas.microsoft.com/office/drawing/2014/main" id="{856DAE18-F589-42F0-C1B2-4BF3F68134E8}"/>
              </a:ext>
            </a:extLst>
          </p:cNvPr>
          <p:cNvSpPr txBox="1"/>
          <p:nvPr/>
        </p:nvSpPr>
        <p:spPr>
          <a:xfrm>
            <a:off x="2239960" y="3606800"/>
            <a:ext cx="909636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3 VARIABLES
(Continuous)</a:t>
            </a:r>
          </a:p>
        </p:txBody>
      </p:sp>
      <p:sp>
        <p:nvSpPr>
          <p:cNvPr id="29" name="TextBox 27">
            <a:extLst>
              <a:ext uri="{FF2B5EF4-FFF2-40B4-BE49-F238E27FC236}">
                <a16:creationId xmlns:a16="http://schemas.microsoft.com/office/drawing/2014/main" id="{17C5E8DE-ED2D-00EF-731F-9B4870078726}"/>
              </a:ext>
            </a:extLst>
          </p:cNvPr>
          <p:cNvSpPr txBox="1"/>
          <p:nvPr/>
        </p:nvSpPr>
        <p:spPr>
          <a:xfrm>
            <a:off x="3054350" y="4276725"/>
            <a:ext cx="1539878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STATIC
(Discrete or Continuous)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B1A5EEFB-147B-403D-6BEF-88A0C0FEF683}"/>
              </a:ext>
            </a:extLst>
          </p:cNvPr>
          <p:cNvSpPr txBox="1"/>
          <p:nvPr/>
        </p:nvSpPr>
        <p:spPr>
          <a:xfrm>
            <a:off x="7901012" y="4422775"/>
            <a:ext cx="854053" cy="15914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OVER TIME</a:t>
            </a:r>
          </a:p>
        </p:txBody>
      </p:sp>
      <p:sp>
        <p:nvSpPr>
          <p:cNvPr id="31" name="TextBox 29">
            <a:extLst>
              <a:ext uri="{FF2B5EF4-FFF2-40B4-BE49-F238E27FC236}">
                <a16:creationId xmlns:a16="http://schemas.microsoft.com/office/drawing/2014/main" id="{A8CB6508-F7A9-0AF7-1D60-796E4C757AF5}"/>
              </a:ext>
            </a:extLst>
          </p:cNvPr>
          <p:cNvSpPr txBox="1"/>
          <p:nvPr/>
        </p:nvSpPr>
        <p:spPr>
          <a:xfrm>
            <a:off x="2515987" y="5238750"/>
            <a:ext cx="1111648" cy="2667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SIMPLE</a:t>
            </a:r>
          </a:p>
        </p:txBody>
      </p:sp>
      <p:sp>
        <p:nvSpPr>
          <p:cNvPr id="32" name="TextBox 30">
            <a:extLst>
              <a:ext uri="{FF2B5EF4-FFF2-40B4-BE49-F238E27FC236}">
                <a16:creationId xmlns:a16="http://schemas.microsoft.com/office/drawing/2014/main" id="{053A8E34-122B-9B95-DB38-5FFE6CDD6B8A}"/>
              </a:ext>
            </a:extLst>
          </p:cNvPr>
          <p:cNvSpPr txBox="1"/>
          <p:nvPr/>
        </p:nvSpPr>
        <p:spPr>
          <a:xfrm>
            <a:off x="3563936" y="5238750"/>
            <a:ext cx="1485900" cy="2667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COMPARE SEVERAL</a:t>
            </a:r>
          </a:p>
        </p:txBody>
      </p:sp>
      <p:sp>
        <p:nvSpPr>
          <p:cNvPr id="33" name="TextBox 31">
            <a:extLst>
              <a:ext uri="{FF2B5EF4-FFF2-40B4-BE49-F238E27FC236}">
                <a16:creationId xmlns:a16="http://schemas.microsoft.com/office/drawing/2014/main" id="{AEA944F5-F515-46F7-F4F3-C824F5604D30}"/>
              </a:ext>
            </a:extLst>
          </p:cNvPr>
          <p:cNvSpPr txBox="1"/>
          <p:nvPr/>
        </p:nvSpPr>
        <p:spPr>
          <a:xfrm>
            <a:off x="6111880" y="4817271"/>
            <a:ext cx="1968500" cy="24288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ABSOLUTE DIFFERENCE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E200447-87D4-9751-A888-D72439B24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400" y="41275"/>
            <a:ext cx="711200" cy="711200"/>
          </a:xfrm>
          <a:prstGeom prst="rect">
            <a:avLst/>
          </a:prstGeom>
          <a:noFill/>
        </p:spPr>
      </p:pic>
      <p:sp>
        <p:nvSpPr>
          <p:cNvPr id="43" name="TextBox 31">
            <a:extLst>
              <a:ext uri="{FF2B5EF4-FFF2-40B4-BE49-F238E27FC236}">
                <a16:creationId xmlns:a16="http://schemas.microsoft.com/office/drawing/2014/main" id="{1C3F4E25-C7FB-AB0B-294D-73CCFF5152B2}"/>
              </a:ext>
            </a:extLst>
          </p:cNvPr>
          <p:cNvSpPr txBox="1"/>
          <p:nvPr/>
        </p:nvSpPr>
        <p:spPr>
          <a:xfrm>
            <a:off x="8501063" y="4817271"/>
            <a:ext cx="1968500" cy="24288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RELATIVE DIFFERENCE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04B28852-CB53-6DC4-C528-D369CBD09809}"/>
              </a:ext>
            </a:extLst>
          </p:cNvPr>
          <p:cNvSpPr txBox="1"/>
          <p:nvPr/>
        </p:nvSpPr>
        <p:spPr>
          <a:xfrm>
            <a:off x="7142166" y="5311766"/>
            <a:ext cx="93821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5" name="TextBox 23">
            <a:extLst>
              <a:ext uri="{FF2B5EF4-FFF2-40B4-BE49-F238E27FC236}">
                <a16:creationId xmlns:a16="http://schemas.microsoft.com/office/drawing/2014/main" id="{1E289F21-908F-6A1D-B7BC-F5439578D902}"/>
              </a:ext>
            </a:extLst>
          </p:cNvPr>
          <p:cNvSpPr txBox="1"/>
          <p:nvPr/>
        </p:nvSpPr>
        <p:spPr>
          <a:xfrm>
            <a:off x="8501063" y="5311766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46" name="TextBox 23">
            <a:extLst>
              <a:ext uri="{FF2B5EF4-FFF2-40B4-BE49-F238E27FC236}">
                <a16:creationId xmlns:a16="http://schemas.microsoft.com/office/drawing/2014/main" id="{17B721CC-E8F2-0E5C-1D4F-D5FB4862B6BD}"/>
              </a:ext>
            </a:extLst>
          </p:cNvPr>
          <p:cNvSpPr txBox="1"/>
          <p:nvPr/>
        </p:nvSpPr>
        <p:spPr>
          <a:xfrm>
            <a:off x="9531349" y="5311766"/>
            <a:ext cx="93821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23">
            <a:extLst>
              <a:ext uri="{FF2B5EF4-FFF2-40B4-BE49-F238E27FC236}">
                <a16:creationId xmlns:a16="http://schemas.microsoft.com/office/drawing/2014/main" id="{752FA5C7-295D-CB44-E9AC-1EC823617465}"/>
              </a:ext>
            </a:extLst>
          </p:cNvPr>
          <p:cNvSpPr txBox="1"/>
          <p:nvPr/>
        </p:nvSpPr>
        <p:spPr>
          <a:xfrm>
            <a:off x="8870952" y="3521075"/>
            <a:ext cx="614361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48" name="TextBox 23">
            <a:extLst>
              <a:ext uri="{FF2B5EF4-FFF2-40B4-BE49-F238E27FC236}">
                <a16:creationId xmlns:a16="http://schemas.microsoft.com/office/drawing/2014/main" id="{84AB25E0-0B5C-A7CA-8236-A0FB10300A50}"/>
              </a:ext>
            </a:extLst>
          </p:cNvPr>
          <p:cNvSpPr txBox="1"/>
          <p:nvPr/>
        </p:nvSpPr>
        <p:spPr>
          <a:xfrm>
            <a:off x="8876483" y="2895110"/>
            <a:ext cx="781075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kern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F68048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9" name="TextBox 21">
            <a:extLst>
              <a:ext uri="{FF2B5EF4-FFF2-40B4-BE49-F238E27FC236}">
                <a16:creationId xmlns:a16="http://schemas.microsoft.com/office/drawing/2014/main" id="{1828270E-D9A0-9FB2-E257-5FA91E5F0121}"/>
              </a:ext>
            </a:extLst>
          </p:cNvPr>
          <p:cNvSpPr txBox="1"/>
          <p:nvPr/>
        </p:nvSpPr>
        <p:spPr>
          <a:xfrm>
            <a:off x="7154856" y="1920477"/>
            <a:ext cx="1203324" cy="2540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OVER TIME</a:t>
            </a:r>
          </a:p>
        </p:txBody>
      </p:sp>
      <p:sp>
        <p:nvSpPr>
          <p:cNvPr id="50" name="TextBox 23">
            <a:extLst>
              <a:ext uri="{FF2B5EF4-FFF2-40B4-BE49-F238E27FC236}">
                <a16:creationId xmlns:a16="http://schemas.microsoft.com/office/drawing/2014/main" id="{221FC7C6-BCE8-B3A4-FDFA-9083ACFC9085}"/>
              </a:ext>
            </a:extLst>
          </p:cNvPr>
          <p:cNvSpPr txBox="1"/>
          <p:nvPr/>
        </p:nvSpPr>
        <p:spPr>
          <a:xfrm>
            <a:off x="3094835" y="1466844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51" name="TextBox 23">
            <a:extLst>
              <a:ext uri="{FF2B5EF4-FFF2-40B4-BE49-F238E27FC236}">
                <a16:creationId xmlns:a16="http://schemas.microsoft.com/office/drawing/2014/main" id="{96713F2E-B2EE-418E-0CD3-4B01B4414BB3}"/>
              </a:ext>
            </a:extLst>
          </p:cNvPr>
          <p:cNvSpPr txBox="1"/>
          <p:nvPr/>
        </p:nvSpPr>
        <p:spPr>
          <a:xfrm>
            <a:off x="4125121" y="1466841"/>
            <a:ext cx="93821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2" name="TextBox 23">
            <a:extLst>
              <a:ext uri="{FF2B5EF4-FFF2-40B4-BE49-F238E27FC236}">
                <a16:creationId xmlns:a16="http://schemas.microsoft.com/office/drawing/2014/main" id="{53B775BE-5645-0D9C-1A94-E56EB8254F51}"/>
              </a:ext>
            </a:extLst>
          </p:cNvPr>
          <p:cNvSpPr txBox="1"/>
          <p:nvPr/>
        </p:nvSpPr>
        <p:spPr>
          <a:xfrm>
            <a:off x="6902452" y="1466841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53" name="TextBox 23">
            <a:extLst>
              <a:ext uri="{FF2B5EF4-FFF2-40B4-BE49-F238E27FC236}">
                <a16:creationId xmlns:a16="http://schemas.microsoft.com/office/drawing/2014/main" id="{E73FCEB1-088B-40EA-B98F-3F19A1D7369C}"/>
              </a:ext>
            </a:extLst>
          </p:cNvPr>
          <p:cNvSpPr txBox="1"/>
          <p:nvPr/>
        </p:nvSpPr>
        <p:spPr>
          <a:xfrm>
            <a:off x="7923213" y="1466841"/>
            <a:ext cx="95726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77506CA5-D6D2-A02C-E3B9-174CE861E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4095" y="6117118"/>
            <a:ext cx="685796" cy="685796"/>
          </a:xfrm>
          <a:prstGeom prst="rect">
            <a:avLst/>
          </a:prstGeom>
          <a:noFill/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DEB3B3-5BF2-390E-1BCC-0A6E465B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7558" y="6096639"/>
            <a:ext cx="685796" cy="685796"/>
          </a:xfrm>
          <a:prstGeom prst="rect">
            <a:avLst/>
          </a:prstGeom>
          <a:noFill/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197AAEB-2217-1275-D92B-FC3E35829C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4446" y="6073462"/>
            <a:ext cx="735007" cy="735007"/>
          </a:xfrm>
          <a:prstGeom prst="rect">
            <a:avLst/>
          </a:prstGeom>
          <a:noFill/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B9572BE-C2C6-521F-A5C3-CF4645DB17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769" y="6071396"/>
            <a:ext cx="735007" cy="735007"/>
          </a:xfrm>
          <a:prstGeom prst="rect">
            <a:avLst/>
          </a:prstGeom>
          <a:noFill/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AEC17F6-9A97-11A4-3B3C-4B8336466C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4370" y="6111879"/>
            <a:ext cx="685796" cy="685796"/>
          </a:xfrm>
          <a:prstGeom prst="rect">
            <a:avLst/>
          </a:prstGeom>
          <a:noFill/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3D14A3E2-D976-520C-8E80-2BD7487DAF9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027" y="6121716"/>
            <a:ext cx="728664" cy="728664"/>
          </a:xfrm>
          <a:prstGeom prst="rect">
            <a:avLst/>
          </a:prstGeom>
          <a:noFill/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8662ED5-684C-9EC2-59C4-2E89F941A88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78" y="782735"/>
            <a:ext cx="710402" cy="710402"/>
          </a:xfrm>
          <a:prstGeom prst="rect">
            <a:avLst/>
          </a:prstGeom>
          <a:noFill/>
        </p:spPr>
      </p:pic>
      <p:sp>
        <p:nvSpPr>
          <p:cNvPr id="72" name="TextBox 19">
            <a:extLst>
              <a:ext uri="{FF2B5EF4-FFF2-40B4-BE49-F238E27FC236}">
                <a16:creationId xmlns:a16="http://schemas.microsoft.com/office/drawing/2014/main" id="{DC506E78-E6F5-C75B-88E1-FF3799C57953}"/>
              </a:ext>
            </a:extLst>
          </p:cNvPr>
          <p:cNvSpPr txBox="1"/>
          <p:nvPr/>
        </p:nvSpPr>
        <p:spPr>
          <a:xfrm>
            <a:off x="9573430" y="5704852"/>
            <a:ext cx="854052" cy="395281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100% ST. </a:t>
            </a:r>
            <a:r>
              <a:rPr lang="en-US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AREA</a:t>
            </a:r>
          </a:p>
        </p:txBody>
      </p:sp>
      <p:sp>
        <p:nvSpPr>
          <p:cNvPr id="73" name="TextBox 16">
            <a:extLst>
              <a:ext uri="{FF2B5EF4-FFF2-40B4-BE49-F238E27FC236}">
                <a16:creationId xmlns:a16="http://schemas.microsoft.com/office/drawing/2014/main" id="{F8404467-BFA8-E637-5825-EDA492EB841D}"/>
              </a:ext>
            </a:extLst>
          </p:cNvPr>
          <p:cNvSpPr txBox="1"/>
          <p:nvPr/>
        </p:nvSpPr>
        <p:spPr>
          <a:xfrm>
            <a:off x="7634304" y="770240"/>
            <a:ext cx="1524000" cy="22145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LINE</a:t>
            </a:r>
          </a:p>
        </p:txBody>
      </p:sp>
      <p:sp>
        <p:nvSpPr>
          <p:cNvPr id="74" name="TextBox 16">
            <a:extLst>
              <a:ext uri="{FF2B5EF4-FFF2-40B4-BE49-F238E27FC236}">
                <a16:creationId xmlns:a16="http://schemas.microsoft.com/office/drawing/2014/main" id="{58B9DDC5-545B-9461-3883-6ED598B2BCBE}"/>
              </a:ext>
            </a:extLst>
          </p:cNvPr>
          <p:cNvSpPr txBox="1"/>
          <p:nvPr/>
        </p:nvSpPr>
        <p:spPr>
          <a:xfrm>
            <a:off x="5861044" y="757237"/>
            <a:ext cx="501656" cy="25558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BAR</a:t>
            </a:r>
          </a:p>
        </p:txBody>
      </p:sp>
      <p:sp>
        <p:nvSpPr>
          <p:cNvPr id="75" name="TextBox 16">
            <a:extLst>
              <a:ext uri="{FF2B5EF4-FFF2-40B4-BE49-F238E27FC236}">
                <a16:creationId xmlns:a16="http://schemas.microsoft.com/office/drawing/2014/main" id="{BF105259-75E1-F574-6091-DB72D9ACAD9F}"/>
              </a:ext>
            </a:extLst>
          </p:cNvPr>
          <p:cNvSpPr txBox="1"/>
          <p:nvPr/>
        </p:nvSpPr>
        <p:spPr>
          <a:xfrm>
            <a:off x="2709864" y="776207"/>
            <a:ext cx="1524000" cy="22145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PICTOGRAM</a:t>
            </a:r>
          </a:p>
        </p:txBody>
      </p:sp>
      <p:sp>
        <p:nvSpPr>
          <p:cNvPr id="76" name="TextBox 16">
            <a:extLst>
              <a:ext uri="{FF2B5EF4-FFF2-40B4-BE49-F238E27FC236}">
                <a16:creationId xmlns:a16="http://schemas.microsoft.com/office/drawing/2014/main" id="{E54E3C58-E63A-2C96-D3FD-354F5CD046F0}"/>
              </a:ext>
            </a:extLst>
          </p:cNvPr>
          <p:cNvSpPr txBox="1"/>
          <p:nvPr/>
        </p:nvSpPr>
        <p:spPr>
          <a:xfrm>
            <a:off x="527254" y="1427743"/>
            <a:ext cx="710402" cy="241302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RADAR</a:t>
            </a:r>
          </a:p>
        </p:txBody>
      </p:sp>
      <p:sp>
        <p:nvSpPr>
          <p:cNvPr id="77" name="TextBox 16">
            <a:extLst>
              <a:ext uri="{FF2B5EF4-FFF2-40B4-BE49-F238E27FC236}">
                <a16:creationId xmlns:a16="http://schemas.microsoft.com/office/drawing/2014/main" id="{09B59A49-143D-AB61-3B4D-D134797CE77F}"/>
              </a:ext>
            </a:extLst>
          </p:cNvPr>
          <p:cNvSpPr txBox="1"/>
          <p:nvPr/>
        </p:nvSpPr>
        <p:spPr>
          <a:xfrm>
            <a:off x="455611" y="2158097"/>
            <a:ext cx="860416" cy="22145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SCATTER</a:t>
            </a:r>
          </a:p>
        </p:txBody>
      </p:sp>
      <p:sp>
        <p:nvSpPr>
          <p:cNvPr id="78" name="TextBox 16">
            <a:extLst>
              <a:ext uri="{FF2B5EF4-FFF2-40B4-BE49-F238E27FC236}">
                <a16:creationId xmlns:a16="http://schemas.microsoft.com/office/drawing/2014/main" id="{BB493DEE-FFEC-FD05-7AFB-819BA179C2AD}"/>
              </a:ext>
            </a:extLst>
          </p:cNvPr>
          <p:cNvSpPr txBox="1"/>
          <p:nvPr/>
        </p:nvSpPr>
        <p:spPr>
          <a:xfrm>
            <a:off x="703456" y="3711579"/>
            <a:ext cx="918769" cy="2440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BUBBLE</a:t>
            </a:r>
          </a:p>
        </p:txBody>
      </p: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A5DB689-2219-0579-7610-0B32B0D9FB59}"/>
              </a:ext>
            </a:extLst>
          </p:cNvPr>
          <p:cNvCxnSpPr>
            <a:cxnSpLocks/>
            <a:stCxn id="8" idx="2"/>
            <a:endCxn id="30" idx="1"/>
          </p:cNvCxnSpPr>
          <p:nvPr/>
        </p:nvCxnSpPr>
        <p:spPr>
          <a:xfrm rot="16200000" flipH="1">
            <a:off x="6908712" y="3510049"/>
            <a:ext cx="219274" cy="1765325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DCB8BDF-0C45-00BC-83BC-3AD24FC60B87}"/>
              </a:ext>
            </a:extLst>
          </p:cNvPr>
          <p:cNvCxnSpPr>
            <a:stCxn id="8" idx="2"/>
            <a:endCxn id="29" idx="3"/>
          </p:cNvCxnSpPr>
          <p:nvPr/>
        </p:nvCxnSpPr>
        <p:spPr>
          <a:xfrm rot="5400000">
            <a:off x="5253833" y="3623471"/>
            <a:ext cx="222250" cy="1541459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F227AE98-4711-29F7-6A1F-E65DC93585C0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 rot="5400000">
            <a:off x="7594411" y="4083643"/>
            <a:ext cx="235348" cy="1231909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67B64AD-E614-248A-6A88-FDD8724A27FD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rot="16200000" flipH="1">
            <a:off x="8789002" y="4120960"/>
            <a:ext cx="235348" cy="1157274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ABD838BE-A847-C806-4A32-8432FD8C3F79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rot="16200000" flipH="1">
            <a:off x="9617080" y="4928389"/>
            <a:ext cx="251609" cy="515143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3DF8D901-7C00-1C73-A2F3-ED43FF540270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 rot="5400000">
            <a:off x="9057091" y="4883543"/>
            <a:ext cx="251609" cy="604836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EE3D5E2E-BD6F-9F79-F0C7-6705C591B090}"/>
              </a:ext>
            </a:extLst>
          </p:cNvPr>
          <p:cNvCxnSpPr>
            <a:cxnSpLocks/>
            <a:stCxn id="33" idx="2"/>
            <a:endCxn id="44" idx="0"/>
          </p:cNvCxnSpPr>
          <p:nvPr/>
        </p:nvCxnSpPr>
        <p:spPr>
          <a:xfrm rot="16200000" flipH="1">
            <a:off x="7227897" y="4928389"/>
            <a:ext cx="251609" cy="515143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B53962D3-0D80-AA21-4CC2-8880E2CD04A1}"/>
              </a:ext>
            </a:extLst>
          </p:cNvPr>
          <p:cNvCxnSpPr>
            <a:cxnSpLocks/>
            <a:stCxn id="33" idx="2"/>
            <a:endCxn id="25" idx="0"/>
          </p:cNvCxnSpPr>
          <p:nvPr/>
        </p:nvCxnSpPr>
        <p:spPr>
          <a:xfrm rot="5400000">
            <a:off x="6667906" y="4883545"/>
            <a:ext cx="251612" cy="604836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80E62CDF-6746-92AC-5581-86B7858403E2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3813175" y="4745038"/>
            <a:ext cx="504825" cy="482597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121EF386-C1FE-D347-B528-F102AA15C29D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>
          <a:xfrm rot="5400000">
            <a:off x="3195638" y="4610098"/>
            <a:ext cx="504825" cy="752478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C4330C7C-2B4F-A9DC-D05C-930CC56BEF7F}"/>
              </a:ext>
            </a:extLst>
          </p:cNvPr>
          <p:cNvCxnSpPr>
            <a:cxnSpLocks/>
            <a:stCxn id="32" idx="2"/>
            <a:endCxn id="19" idx="1"/>
          </p:cNvCxnSpPr>
          <p:nvPr/>
        </p:nvCxnSpPr>
        <p:spPr>
          <a:xfrm rot="16200000" flipH="1">
            <a:off x="4459730" y="5352605"/>
            <a:ext cx="401955" cy="707643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953DED0A-16A5-6AB3-2A8A-C11E8C1AB6A3}"/>
              </a:ext>
            </a:extLst>
          </p:cNvPr>
          <p:cNvCxnSpPr>
            <a:cxnSpLocks/>
            <a:stCxn id="25" idx="2"/>
            <a:endCxn id="19" idx="3"/>
          </p:cNvCxnSpPr>
          <p:nvPr/>
        </p:nvCxnSpPr>
        <p:spPr>
          <a:xfrm rot="5400000">
            <a:off x="6013095" y="5429205"/>
            <a:ext cx="354333" cy="602067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21E6D219-EEF9-D12B-6519-B08C1A26E10A}"/>
              </a:ext>
            </a:extLst>
          </p:cNvPr>
          <p:cNvCxnSpPr>
            <a:cxnSpLocks/>
            <a:stCxn id="6" idx="3"/>
            <a:endCxn id="48" idx="1"/>
          </p:cNvCxnSpPr>
          <p:nvPr/>
        </p:nvCxnSpPr>
        <p:spPr>
          <a:xfrm flipV="1">
            <a:off x="8501063" y="3015762"/>
            <a:ext cx="375420" cy="362438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FCF716E4-3586-C1B8-87AE-E894E475DA24}"/>
              </a:ext>
            </a:extLst>
          </p:cNvPr>
          <p:cNvCxnSpPr>
            <a:cxnSpLocks/>
            <a:stCxn id="6" idx="3"/>
            <a:endCxn id="47" idx="1"/>
          </p:cNvCxnSpPr>
          <p:nvPr/>
        </p:nvCxnSpPr>
        <p:spPr>
          <a:xfrm>
            <a:off x="8501063" y="3378200"/>
            <a:ext cx="369889" cy="263527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DF68EB9C-435F-A0B0-6146-9837F58A4E17}"/>
              </a:ext>
            </a:extLst>
          </p:cNvPr>
          <p:cNvCxnSpPr>
            <a:cxnSpLocks/>
            <a:stCxn id="5" idx="0"/>
            <a:endCxn id="49" idx="2"/>
          </p:cNvCxnSpPr>
          <p:nvPr/>
        </p:nvCxnSpPr>
        <p:spPr>
          <a:xfrm rot="5400000" flipH="1" flipV="1">
            <a:off x="6796678" y="1513485"/>
            <a:ext cx="298848" cy="1620832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AC3C90E-D8EA-07CF-7502-CF0FAA98645A}"/>
              </a:ext>
            </a:extLst>
          </p:cNvPr>
          <p:cNvCxnSpPr>
            <a:cxnSpLocks/>
            <a:stCxn id="5" idx="0"/>
            <a:endCxn id="23" idx="2"/>
          </p:cNvCxnSpPr>
          <p:nvPr/>
        </p:nvCxnSpPr>
        <p:spPr>
          <a:xfrm rot="16200000" flipV="1">
            <a:off x="4920254" y="1257892"/>
            <a:ext cx="298848" cy="2132017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75813950-58A5-5BCA-B71C-013F5D77B439}"/>
              </a:ext>
            </a:extLst>
          </p:cNvPr>
          <p:cNvCxnSpPr>
            <a:cxnSpLocks/>
            <a:stCxn id="23" idx="0"/>
            <a:endCxn id="51" idx="2"/>
          </p:cNvCxnSpPr>
          <p:nvPr/>
        </p:nvCxnSpPr>
        <p:spPr>
          <a:xfrm rot="5400000" flipH="1" flipV="1">
            <a:off x="4192782" y="1519032"/>
            <a:ext cx="212333" cy="590559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0296B8C3-3182-AF5B-7E05-2E284EAC1568}"/>
              </a:ext>
            </a:extLst>
          </p:cNvPr>
          <p:cNvCxnSpPr>
            <a:cxnSpLocks/>
            <a:stCxn id="23" idx="0"/>
            <a:endCxn id="50" idx="2"/>
          </p:cNvCxnSpPr>
          <p:nvPr/>
        </p:nvCxnSpPr>
        <p:spPr>
          <a:xfrm rot="16200000" flipV="1">
            <a:off x="3632794" y="1549602"/>
            <a:ext cx="212330" cy="529420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99524694-96CB-B246-0C5F-08F913642DD2}"/>
              </a:ext>
            </a:extLst>
          </p:cNvPr>
          <p:cNvCxnSpPr>
            <a:cxnSpLocks/>
            <a:stCxn id="49" idx="0"/>
            <a:endCxn id="52" idx="2"/>
          </p:cNvCxnSpPr>
          <p:nvPr/>
        </p:nvCxnSpPr>
        <p:spPr>
          <a:xfrm rot="16200000" flipV="1">
            <a:off x="7413026" y="1576985"/>
            <a:ext cx="212333" cy="474652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2662E97B-D4B2-9B7B-7003-0E5D6F17F402}"/>
              </a:ext>
            </a:extLst>
          </p:cNvPr>
          <p:cNvCxnSpPr>
            <a:cxnSpLocks/>
            <a:stCxn id="49" idx="0"/>
            <a:endCxn id="53" idx="2"/>
          </p:cNvCxnSpPr>
          <p:nvPr/>
        </p:nvCxnSpPr>
        <p:spPr>
          <a:xfrm rot="5400000" flipH="1" flipV="1">
            <a:off x="7973015" y="1491648"/>
            <a:ext cx="212333" cy="645327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7EFA24A9-716B-0AAC-728D-AACEDD86BCFB}"/>
              </a:ext>
            </a:extLst>
          </p:cNvPr>
          <p:cNvCxnSpPr>
            <a:cxnSpLocks/>
            <a:stCxn id="52" idx="0"/>
            <a:endCxn id="74" idx="2"/>
          </p:cNvCxnSpPr>
          <p:nvPr/>
        </p:nvCxnSpPr>
        <p:spPr>
          <a:xfrm rot="16200000" flipV="1">
            <a:off x="6469861" y="654836"/>
            <a:ext cx="454016" cy="1169994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405C1878-2E3E-BBFC-57F6-8D30C1D679E4}"/>
              </a:ext>
            </a:extLst>
          </p:cNvPr>
          <p:cNvCxnSpPr>
            <a:cxnSpLocks/>
            <a:stCxn id="53" idx="1"/>
          </p:cNvCxnSpPr>
          <p:nvPr/>
        </p:nvCxnSpPr>
        <p:spPr>
          <a:xfrm rot="10800000">
            <a:off x="6323821" y="894961"/>
            <a:ext cx="1599393" cy="692533"/>
          </a:xfrm>
          <a:prstGeom prst="bentConnector3">
            <a:avLst>
              <a:gd name="adj1" fmla="val 13672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F19BF858-9867-360E-62FE-AF55B415A121}"/>
              </a:ext>
            </a:extLst>
          </p:cNvPr>
          <p:cNvCxnSpPr>
            <a:cxnSpLocks/>
            <a:stCxn id="7" idx="1"/>
            <a:endCxn id="27" idx="3"/>
          </p:cNvCxnSpPr>
          <p:nvPr/>
        </p:nvCxnSpPr>
        <p:spPr>
          <a:xfrm rot="10800000">
            <a:off x="3149598" y="2794000"/>
            <a:ext cx="620713" cy="584200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C4A32C32-62B8-94B6-0875-ED08337A0C9B}"/>
              </a:ext>
            </a:extLst>
          </p:cNvPr>
          <p:cNvCxnSpPr>
            <a:cxnSpLocks/>
            <a:stCxn id="7" idx="1"/>
            <a:endCxn id="28" idx="3"/>
          </p:cNvCxnSpPr>
          <p:nvPr/>
        </p:nvCxnSpPr>
        <p:spPr>
          <a:xfrm rot="10800000" flipV="1">
            <a:off x="3149596" y="3378200"/>
            <a:ext cx="620714" cy="457200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48F542F5-7A90-1C59-CA6A-37F62724CCF9}"/>
              </a:ext>
            </a:extLst>
          </p:cNvPr>
          <p:cNvCxnSpPr>
            <a:stCxn id="28" idx="1"/>
            <a:endCxn id="78" idx="3"/>
          </p:cNvCxnSpPr>
          <p:nvPr/>
        </p:nvCxnSpPr>
        <p:spPr>
          <a:xfrm flipH="1" flipV="1">
            <a:off x="1622225" y="3833619"/>
            <a:ext cx="617735" cy="1781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23">
            <a:extLst>
              <a:ext uri="{FF2B5EF4-FFF2-40B4-BE49-F238E27FC236}">
                <a16:creationId xmlns:a16="http://schemas.microsoft.com/office/drawing/2014/main" id="{463CA71A-0A97-494D-254B-3E3D02F6F55B}"/>
              </a:ext>
            </a:extLst>
          </p:cNvPr>
          <p:cNvSpPr txBox="1"/>
          <p:nvPr/>
        </p:nvSpPr>
        <p:spPr>
          <a:xfrm>
            <a:off x="1482714" y="2152649"/>
            <a:ext cx="781075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kern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F68048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3" name="TextBox 23">
            <a:extLst>
              <a:ext uri="{FF2B5EF4-FFF2-40B4-BE49-F238E27FC236}">
                <a16:creationId xmlns:a16="http://schemas.microsoft.com/office/drawing/2014/main" id="{29BF1689-4EC9-B72E-5502-BFDE13567FEC}"/>
              </a:ext>
            </a:extLst>
          </p:cNvPr>
          <p:cNvSpPr txBox="1"/>
          <p:nvPr/>
        </p:nvSpPr>
        <p:spPr>
          <a:xfrm>
            <a:off x="1485611" y="1431917"/>
            <a:ext cx="614361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D68D222A-FCA5-1B49-8516-6DB0B6822F6F}"/>
              </a:ext>
            </a:extLst>
          </p:cNvPr>
          <p:cNvCxnSpPr>
            <a:cxnSpLocks/>
            <a:stCxn id="172" idx="1"/>
            <a:endCxn id="77" idx="3"/>
          </p:cNvCxnSpPr>
          <p:nvPr/>
        </p:nvCxnSpPr>
        <p:spPr>
          <a:xfrm flipH="1" flipV="1">
            <a:off x="1316027" y="2268826"/>
            <a:ext cx="166687" cy="4475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2DD0A97F-0E90-6CD2-4B57-DFDE784185F6}"/>
              </a:ext>
            </a:extLst>
          </p:cNvPr>
          <p:cNvCxnSpPr>
            <a:cxnSpLocks/>
            <a:stCxn id="173" idx="1"/>
            <a:endCxn id="76" idx="3"/>
          </p:cNvCxnSpPr>
          <p:nvPr/>
        </p:nvCxnSpPr>
        <p:spPr>
          <a:xfrm flipH="1" flipV="1">
            <a:off x="1237656" y="1548394"/>
            <a:ext cx="247955" cy="4175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773C1819-39C3-80EF-D2D4-A7BA57A04F8B}"/>
              </a:ext>
            </a:extLst>
          </p:cNvPr>
          <p:cNvCxnSpPr>
            <a:cxnSpLocks/>
            <a:stCxn id="27" idx="0"/>
            <a:endCxn id="173" idx="3"/>
          </p:cNvCxnSpPr>
          <p:nvPr/>
        </p:nvCxnSpPr>
        <p:spPr>
          <a:xfrm rot="16200000" flipV="1">
            <a:off x="1890961" y="1761581"/>
            <a:ext cx="1012831" cy="594807"/>
          </a:xfrm>
          <a:prstGeom prst="bentConnector2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2455B1EC-B988-48E9-A141-0C2FC1F7DF2F}"/>
              </a:ext>
            </a:extLst>
          </p:cNvPr>
          <p:cNvCxnSpPr>
            <a:cxnSpLocks/>
            <a:stCxn id="27" idx="0"/>
            <a:endCxn id="172" idx="3"/>
          </p:cNvCxnSpPr>
          <p:nvPr/>
        </p:nvCxnSpPr>
        <p:spPr>
          <a:xfrm rot="16200000" flipV="1">
            <a:off x="2333235" y="2203856"/>
            <a:ext cx="292099" cy="430990"/>
          </a:xfrm>
          <a:prstGeom prst="bentConnector2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46D7A08C-208C-EB2E-097F-2E529BF2E59E}"/>
              </a:ext>
            </a:extLst>
          </p:cNvPr>
          <p:cNvCxnSpPr>
            <a:cxnSpLocks/>
            <a:stCxn id="51" idx="0"/>
            <a:endCxn id="74" idx="2"/>
          </p:cNvCxnSpPr>
          <p:nvPr/>
        </p:nvCxnSpPr>
        <p:spPr>
          <a:xfrm rot="5400000" flipH="1" flipV="1">
            <a:off x="5126042" y="481011"/>
            <a:ext cx="454016" cy="1517644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89B4889-DFD1-F3BE-22A8-26374DC95A96}"/>
              </a:ext>
            </a:extLst>
          </p:cNvPr>
          <p:cNvCxnSpPr>
            <a:cxnSpLocks/>
            <a:stCxn id="50" idx="3"/>
            <a:endCxn id="74" idx="1"/>
          </p:cNvCxnSpPr>
          <p:nvPr/>
        </p:nvCxnSpPr>
        <p:spPr>
          <a:xfrm flipV="1">
            <a:off x="3853663" y="885031"/>
            <a:ext cx="2007381" cy="702465"/>
          </a:xfrm>
          <a:prstGeom prst="bentConnector3">
            <a:avLst>
              <a:gd name="adj1" fmla="val 12989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D0129C32-B09F-ACAF-9A09-6C7C3FC1BDF1}"/>
              </a:ext>
            </a:extLst>
          </p:cNvPr>
          <p:cNvCxnSpPr>
            <a:cxnSpLocks/>
            <a:stCxn id="50" idx="0"/>
            <a:endCxn id="75" idx="2"/>
          </p:cNvCxnSpPr>
          <p:nvPr/>
        </p:nvCxnSpPr>
        <p:spPr>
          <a:xfrm flipH="1" flipV="1">
            <a:off x="3471864" y="997665"/>
            <a:ext cx="2385" cy="469179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8DB592F-52F8-7BB9-00EE-896AB0B2ECFF}"/>
              </a:ext>
            </a:extLst>
          </p:cNvPr>
          <p:cNvCxnSpPr>
            <a:cxnSpLocks/>
            <a:stCxn id="53" idx="0"/>
            <a:endCxn id="73" idx="2"/>
          </p:cNvCxnSpPr>
          <p:nvPr/>
        </p:nvCxnSpPr>
        <p:spPr>
          <a:xfrm flipH="1" flipV="1">
            <a:off x="8396304" y="991698"/>
            <a:ext cx="5541" cy="475143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70094FB6-2761-34BE-2AB2-555A6B17B44F}"/>
              </a:ext>
            </a:extLst>
          </p:cNvPr>
          <p:cNvCxnSpPr>
            <a:cxnSpLocks/>
            <a:stCxn id="48" idx="3"/>
            <a:endCxn id="15" idx="1"/>
          </p:cNvCxnSpPr>
          <p:nvPr/>
        </p:nvCxnSpPr>
        <p:spPr>
          <a:xfrm>
            <a:off x="9657558" y="3015762"/>
            <a:ext cx="712999" cy="4077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2ADD1339-D1DC-2A96-D016-02B98EDE855D}"/>
              </a:ext>
            </a:extLst>
          </p:cNvPr>
          <p:cNvCxnSpPr>
            <a:cxnSpLocks/>
            <a:stCxn id="47" idx="3"/>
            <a:endCxn id="16" idx="1"/>
          </p:cNvCxnSpPr>
          <p:nvPr/>
        </p:nvCxnSpPr>
        <p:spPr>
          <a:xfrm flipV="1">
            <a:off x="9485313" y="3641725"/>
            <a:ext cx="858041" cy="2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85993EC1-9139-989F-10FE-4788A55BFE29}"/>
              </a:ext>
            </a:extLst>
          </p:cNvPr>
          <p:cNvCxnSpPr>
            <a:cxnSpLocks/>
            <a:stCxn id="31" idx="2"/>
            <a:endCxn id="18" idx="0"/>
          </p:cNvCxnSpPr>
          <p:nvPr/>
        </p:nvCxnSpPr>
        <p:spPr>
          <a:xfrm rot="16200000" flipH="1">
            <a:off x="3117257" y="5460003"/>
            <a:ext cx="336949" cy="427841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5BE78C1B-6A4F-A16B-E758-129761881397}"/>
              </a:ext>
            </a:extLst>
          </p:cNvPr>
          <p:cNvCxnSpPr>
            <a:cxnSpLocks/>
            <a:stCxn id="31" idx="2"/>
            <a:endCxn id="17" idx="0"/>
          </p:cNvCxnSpPr>
          <p:nvPr/>
        </p:nvCxnSpPr>
        <p:spPr>
          <a:xfrm rot="5400000">
            <a:off x="2206085" y="4979724"/>
            <a:ext cx="340000" cy="1391452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7A35F48E-69F8-257A-165E-DD333577E7FC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6135686" y="3717925"/>
            <a:ext cx="1" cy="304800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FC5167E1-DD2F-20A2-3D24-77FBADED2D63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6983411" y="3378200"/>
            <a:ext cx="238125" cy="0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10E1E95C-78A8-C779-9BD6-E193D6534131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6135686" y="2733675"/>
            <a:ext cx="0" cy="304800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562B866A-9E99-C0D0-1437-07CB119E8F03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5049836" y="3378200"/>
            <a:ext cx="238125" cy="0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9F78CE-534A-6FAC-09B1-6FFEEDEC7C0D}"/>
              </a:ext>
            </a:extLst>
          </p:cNvPr>
          <p:cNvCxnSpPr>
            <a:cxnSpLocks/>
            <a:stCxn id="44" idx="2"/>
            <a:endCxn id="20" idx="0"/>
          </p:cNvCxnSpPr>
          <p:nvPr/>
        </p:nvCxnSpPr>
        <p:spPr>
          <a:xfrm>
            <a:off x="7611273" y="5553069"/>
            <a:ext cx="1600" cy="127003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FD9837-5C58-2607-FAE3-91D01A64D5D8}"/>
              </a:ext>
            </a:extLst>
          </p:cNvPr>
          <p:cNvCxnSpPr>
            <a:cxnSpLocks/>
            <a:stCxn id="45" idx="2"/>
            <a:endCxn id="21" idx="0"/>
          </p:cNvCxnSpPr>
          <p:nvPr/>
        </p:nvCxnSpPr>
        <p:spPr>
          <a:xfrm>
            <a:off x="8880477" y="5553069"/>
            <a:ext cx="4754" cy="153978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D18F68A-0F54-3199-8528-B8B8965C9A31}"/>
              </a:ext>
            </a:extLst>
          </p:cNvPr>
          <p:cNvCxnSpPr>
            <a:cxnSpLocks/>
            <a:stCxn id="46" idx="2"/>
            <a:endCxn id="72" idx="0"/>
          </p:cNvCxnSpPr>
          <p:nvPr/>
        </p:nvCxnSpPr>
        <p:spPr>
          <a:xfrm>
            <a:off x="10000456" y="5553069"/>
            <a:ext cx="0" cy="151783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AF0EA457-1253-E732-176A-E132ABAABD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1899" y="117678"/>
            <a:ext cx="1274324" cy="658401"/>
          </a:xfrm>
          <a:prstGeom prst="rect">
            <a:avLst/>
          </a:prstGeom>
          <a:noFill/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D170D61D-6C2C-0A21-3BD2-E0BFBE380FB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4066" y="2058713"/>
            <a:ext cx="889000" cy="889000"/>
          </a:xfrm>
          <a:prstGeom prst="rect">
            <a:avLst/>
          </a:prstGeom>
          <a:noFill/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018B9B2C-EE23-B7BE-CE56-EDCAE1DB1D8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488074" y="3719614"/>
            <a:ext cx="939282" cy="782735"/>
          </a:xfrm>
          <a:prstGeom prst="rect">
            <a:avLst/>
          </a:prstGeom>
          <a:noFill/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0461FE87-1DAE-2819-4C9F-6CDE8BAD54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631" y="3907438"/>
            <a:ext cx="650081" cy="650081"/>
          </a:xfrm>
          <a:prstGeom prst="rect">
            <a:avLst/>
          </a:prstGeom>
          <a:noFill/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1CE30528-25A9-5176-5B73-FCEF0FCFC1D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099" y="2315737"/>
            <a:ext cx="680519" cy="68051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97051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81</Words>
  <Application>Microsoft Office PowerPoint</Application>
  <PresentationFormat>Widescreen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Roboto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Phat Pham</dc:creator>
  <cp:lastModifiedBy>Phat Pham</cp:lastModifiedBy>
  <cp:revision>3</cp:revision>
  <dcterms:created xsi:type="dcterms:W3CDTF">2026-05-21T17:00:39Z</dcterms:created>
  <dcterms:modified xsi:type="dcterms:W3CDTF">2026-05-21T18:17:14Z</dcterms:modified>
</cp:coreProperties>
</file>