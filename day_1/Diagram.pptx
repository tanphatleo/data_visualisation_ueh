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Ex1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048"/>
    <a:srgbClr val="0D1A63"/>
    <a:srgbClr val="5B73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s\datat_visualisation\day_1\chart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D:\projects\datat_visualisation\day_1\char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bar!$C$2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cat>
            <c:strRef>
              <c:f>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bar!$C$3:$C$7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90-49BA-BD99-4E6462BB69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3599039"/>
        <c:axId val="513599519"/>
      </c:barChart>
      <c:catAx>
        <c:axId val="51359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bar!$C$2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0E-4F58-93BF-9DEE83FD152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0E-4F58-93BF-9DEE83FD152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0E-4F58-93BF-9DEE83FD152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0E-4F58-93BF-9DEE83FD15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1A63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bar!$C$3:$C$7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0E-4F58-93BF-9DEE83FD1524}"/>
            </c:ext>
          </c:extLst>
        </c:ser>
        <c:ser>
          <c:idx val="1"/>
          <c:order val="1"/>
          <c:tx>
            <c:strRef>
              <c:f>bar!$D$2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0E-4F58-93BF-9DEE83FD15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B73C4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bar!$D$3:$D$7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0E-4F58-93BF-9DEE83FD1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13599039"/>
        <c:axId val="513599519"/>
      </c:barChart>
      <c:catAx>
        <c:axId val="51359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bar!$C$2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40-48E0-8BD3-D4E52A2E847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40-48E0-8BD3-D4E52A2E847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40-48E0-8BD3-D4E52A2E847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40-48E0-8BD3-D4E52A2E84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1A63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bar!$C$3:$C$7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40-48E0-8BD3-D4E52A2E8477}"/>
            </c:ext>
          </c:extLst>
        </c:ser>
        <c:ser>
          <c:idx val="1"/>
          <c:order val="1"/>
          <c:tx>
            <c:strRef>
              <c:f>bar!$D$2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40-48E0-8BD3-D4E52A2E84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B73C4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bar!$D$3:$D$7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40-48E0-8BD3-D4E52A2E8477}"/>
            </c:ext>
          </c:extLst>
        </c:ser>
        <c:ser>
          <c:idx val="2"/>
          <c:order val="2"/>
          <c:tx>
            <c:strRef>
              <c:f>bar!$E$2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A8B4DE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40-48E0-8BD3-D4E52A2E84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A8B4D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bar!$E$3:$E$7</c:f>
              <c:numCache>
                <c:formatCode>General</c:formatCode>
                <c:ptCount val="5"/>
                <c:pt idx="0">
                  <c:v>2</c:v>
                </c:pt>
                <c:pt idx="1">
                  <c:v>7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40-48E0-8BD3-D4E52A2E84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13599039"/>
        <c:axId val="513599519"/>
      </c:barChart>
      <c:catAx>
        <c:axId val="51359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stacked_bar!$C$2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2F-41F2-A497-51F4228949D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2F-41F2-A497-51F4228949D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C2F-41F2-A497-51F4228949D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2F-41F2-A497-51F4228949D7}"/>
                </c:ext>
              </c:extLst>
            </c:dLbl>
            <c:dLbl>
              <c:idx val="4"/>
              <c:layout>
                <c:manualLayout>
                  <c:x val="0.10301555919356541"/>
                  <c:y val="-8.4875562720133283E-17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C2F-41F2-A497-51F4228949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1A63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stacked_bar!$B$3:$B$7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stacked_bar!$C$3:$C$7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2F-41F2-A497-51F4228949D7}"/>
            </c:ext>
          </c:extLst>
        </c:ser>
        <c:ser>
          <c:idx val="1"/>
          <c:order val="1"/>
          <c:tx>
            <c:strRef>
              <c:f>stacked_bar!$D$2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0.10321305564391954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1A63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C2F-41F2-A497-51F4228949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stacked_bar!$B$3:$B$7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stacked_bar!$D$3:$D$7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3.5</c:v>
                </c:pt>
                <c:pt idx="3">
                  <c:v>4.5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C2F-41F2-A497-51F4228949D7}"/>
            </c:ext>
          </c:extLst>
        </c:ser>
        <c:ser>
          <c:idx val="2"/>
          <c:order val="2"/>
          <c:tx>
            <c:strRef>
              <c:f>stacked_bar!$E$2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A8B4DE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C2F-41F2-A497-51F4228949D7}"/>
                </c:ext>
              </c:extLst>
            </c:dLbl>
            <c:dLbl>
              <c:idx val="4"/>
              <c:layout>
                <c:manualLayout>
                  <c:x val="0.10301555919356541"/>
                  <c:y val="4.629629629629651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1A63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C2F-41F2-A497-51F4228949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A8B4D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stacked_bar!$B$3:$B$7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stacked_bar!$E$3:$E$7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1.5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2F-41F2-A497-51F4228949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513599039"/>
        <c:axId val="513599519"/>
      </c:barChart>
      <c:catAx>
        <c:axId val="513599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bar_ho!$C$2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cat>
            <c:strRef>
              <c:f>bar_ho!$B$3:$B$7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bar_ho!$C$3:$C$7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7-4021-BDAE-72AB23121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13599039"/>
        <c:axId val="513599519"/>
      </c:barChart>
      <c:catAx>
        <c:axId val="513599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bar_ho!$C$2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58-44EA-A109-DCCE5CE31F3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58-44EA-A109-DCCE5CE31F3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58-44EA-A109-DCCE5CE31F3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58-44EA-A109-DCCE5CE31F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1A63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bar_ho!$B$3:$B$7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bar_ho!$C$3:$C$7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58-44EA-A109-DCCE5CE31F39}"/>
            </c:ext>
          </c:extLst>
        </c:ser>
        <c:ser>
          <c:idx val="1"/>
          <c:order val="1"/>
          <c:tx>
            <c:strRef>
              <c:f>bar_ho!$D$2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58-44EA-A109-DCCE5CE31F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B73C4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bar_ho!$B$3:$B$7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bar_ho!$D$3:$D$7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758-44EA-A109-DCCE5CE31F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13599039"/>
        <c:axId val="513599519"/>
      </c:barChart>
      <c:catAx>
        <c:axId val="513599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bar_ho!$C$2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D1A63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98-4A03-A603-F4C7556C9DD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98-4A03-A603-F4C7556C9DD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298-4A03-A603-F4C7556C9DD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98-4A03-A603-F4C7556C9D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1A63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bar_ho!$B$3:$B$7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bar_ho!$C$3:$C$7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98-4A03-A603-F4C7556C9DD7}"/>
            </c:ext>
          </c:extLst>
        </c:ser>
        <c:ser>
          <c:idx val="1"/>
          <c:order val="1"/>
          <c:tx>
            <c:strRef>
              <c:f>bar_ho!$D$2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5B73C4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298-4A03-A603-F4C7556C9D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68048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bar_ho!$B$3:$B$7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bar_ho!$D$3:$D$7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98-4A03-A603-F4C7556C9DD7}"/>
            </c:ext>
          </c:extLst>
        </c:ser>
        <c:ser>
          <c:idx val="2"/>
          <c:order val="2"/>
          <c:tx>
            <c:strRef>
              <c:f>bar_ho!$E$2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A8B4DE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98-4A03-A603-F4C7556C9D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A8B4D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bar_ho!$B$3:$B$7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bar_ho!$E$3:$E$7</c:f>
              <c:numCache>
                <c:formatCode>General</c:formatCode>
                <c:ptCount val="5"/>
                <c:pt idx="0">
                  <c:v>2</c:v>
                </c:pt>
                <c:pt idx="1">
                  <c:v>7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98-4A03-A603-F4C7556C9D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13599039"/>
        <c:axId val="513599519"/>
      </c:barChart>
      <c:catAx>
        <c:axId val="513599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519"/>
        <c:crosses val="autoZero"/>
        <c:auto val="1"/>
        <c:lblAlgn val="ctr"/>
        <c:lblOffset val="100"/>
        <c:noMultiLvlLbl val="0"/>
      </c:catAx>
      <c:valAx>
        <c:axId val="513599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513599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stack_bar!$B$3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cat>
            <c:strRef>
              <c:f>stack_bar!$C$2:$G$2</c:f>
              <c:strCache>
                <c:ptCount val="5"/>
                <c:pt idx="0">
                  <c:v>Survey item A</c:v>
                </c:pt>
                <c:pt idx="1">
                  <c:v>Survey item B</c:v>
                </c:pt>
                <c:pt idx="2">
                  <c:v>Survey item C</c:v>
                </c:pt>
                <c:pt idx="3">
                  <c:v>Survey item D</c:v>
                </c:pt>
                <c:pt idx="4">
                  <c:v>Survey item E</c:v>
                </c:pt>
              </c:strCache>
            </c:strRef>
          </c:cat>
          <c:val>
            <c:numRef>
              <c:f>stack_bar!$C$3:$G$3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18</c:v>
                </c:pt>
                <c:pt idx="3">
                  <c:v>25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2-450A-A6A9-53C438AD5F76}"/>
            </c:ext>
          </c:extLst>
        </c:ser>
        <c:ser>
          <c:idx val="1"/>
          <c:order val="1"/>
          <c:tx>
            <c:strRef>
              <c:f>stack_bar!$B$4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cat>
            <c:strRef>
              <c:f>stack_bar!$C$2:$G$2</c:f>
              <c:strCache>
                <c:ptCount val="5"/>
                <c:pt idx="0">
                  <c:v>Survey item A</c:v>
                </c:pt>
                <c:pt idx="1">
                  <c:v>Survey item B</c:v>
                </c:pt>
                <c:pt idx="2">
                  <c:v>Survey item C</c:v>
                </c:pt>
                <c:pt idx="3">
                  <c:v>Survey item D</c:v>
                </c:pt>
                <c:pt idx="4">
                  <c:v>Survey item E</c:v>
                </c:pt>
              </c:strCache>
            </c:strRef>
          </c:cat>
          <c:val>
            <c:numRef>
              <c:f>stack_bar!$C$4:$G$4</c:f>
              <c:numCache>
                <c:formatCode>General</c:formatCode>
                <c:ptCount val="5"/>
                <c:pt idx="0">
                  <c:v>5</c:v>
                </c:pt>
                <c:pt idx="1">
                  <c:v>27</c:v>
                </c:pt>
                <c:pt idx="2">
                  <c:v>17</c:v>
                </c:pt>
                <c:pt idx="3">
                  <c:v>19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72-450A-A6A9-53C438AD5F76}"/>
            </c:ext>
          </c:extLst>
        </c:ser>
        <c:ser>
          <c:idx val="2"/>
          <c:order val="2"/>
          <c:tx>
            <c:strRef>
              <c:f>stack_bar!$B$5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3"/>
            </a:solidFill>
            <a:ln w="12700"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cat>
            <c:strRef>
              <c:f>stack_bar!$C$2:$G$2</c:f>
              <c:strCache>
                <c:ptCount val="5"/>
                <c:pt idx="0">
                  <c:v>Survey item A</c:v>
                </c:pt>
                <c:pt idx="1">
                  <c:v>Survey item B</c:v>
                </c:pt>
                <c:pt idx="2">
                  <c:v>Survey item C</c:v>
                </c:pt>
                <c:pt idx="3">
                  <c:v>Survey item D</c:v>
                </c:pt>
                <c:pt idx="4">
                  <c:v>Survey item E</c:v>
                </c:pt>
              </c:strCache>
            </c:strRef>
          </c:cat>
          <c:val>
            <c:numRef>
              <c:f>stack_bar!$C$5:$G$5</c:f>
              <c:numCache>
                <c:formatCode>General</c:formatCode>
                <c:ptCount val="5"/>
                <c:pt idx="0">
                  <c:v>25</c:v>
                </c:pt>
                <c:pt idx="1">
                  <c:v>24</c:v>
                </c:pt>
                <c:pt idx="2">
                  <c:v>15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72-450A-A6A9-53C438AD5F76}"/>
            </c:ext>
          </c:extLst>
        </c:ser>
        <c:ser>
          <c:idx val="3"/>
          <c:order val="3"/>
          <c:tx>
            <c:strRef>
              <c:f>stack_bar!$B$6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002060"/>
            </a:solidFill>
            <a:ln w="12700"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cat>
            <c:strRef>
              <c:f>stack_bar!$C$2:$G$2</c:f>
              <c:strCache>
                <c:ptCount val="5"/>
                <c:pt idx="0">
                  <c:v>Survey item A</c:v>
                </c:pt>
                <c:pt idx="1">
                  <c:v>Survey item B</c:v>
                </c:pt>
                <c:pt idx="2">
                  <c:v>Survey item C</c:v>
                </c:pt>
                <c:pt idx="3">
                  <c:v>Survey item D</c:v>
                </c:pt>
                <c:pt idx="4">
                  <c:v>Survey item E</c:v>
                </c:pt>
              </c:strCache>
            </c:strRef>
          </c:cat>
          <c:val>
            <c:numRef>
              <c:f>stack_bar!$C$6:$G$6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27</c:v>
                </c:pt>
                <c:pt idx="3">
                  <c:v>19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672-450A-A6A9-53C438AD5F76}"/>
            </c:ext>
          </c:extLst>
        </c:ser>
        <c:ser>
          <c:idx val="4"/>
          <c:order val="4"/>
          <c:tx>
            <c:strRef>
              <c:f>stack_bar!$B$7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02060"/>
            </a:solidFill>
            <a:ln w="12700"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cat>
            <c:strRef>
              <c:f>stack_bar!$C$2:$G$2</c:f>
              <c:strCache>
                <c:ptCount val="5"/>
                <c:pt idx="0">
                  <c:v>Survey item A</c:v>
                </c:pt>
                <c:pt idx="1">
                  <c:v>Survey item B</c:v>
                </c:pt>
                <c:pt idx="2">
                  <c:v>Survey item C</c:v>
                </c:pt>
                <c:pt idx="3">
                  <c:v>Survey item D</c:v>
                </c:pt>
                <c:pt idx="4">
                  <c:v>Survey item E</c:v>
                </c:pt>
              </c:strCache>
            </c:strRef>
          </c:cat>
          <c:val>
            <c:numRef>
              <c:f>stack_bar!$C$7:$G$7</c:f>
              <c:numCache>
                <c:formatCode>General</c:formatCode>
                <c:ptCount val="5"/>
                <c:pt idx="0">
                  <c:v>30</c:v>
                </c:pt>
                <c:pt idx="1">
                  <c:v>24</c:v>
                </c:pt>
                <c:pt idx="2">
                  <c:v>23</c:v>
                </c:pt>
                <c:pt idx="3">
                  <c:v>17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72-450A-A6A9-53C438AD5F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83397743"/>
        <c:axId val="683398223"/>
      </c:barChart>
      <c:catAx>
        <c:axId val="683397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683398223"/>
        <c:crosses val="autoZero"/>
        <c:auto val="1"/>
        <c:lblAlgn val="ctr"/>
        <c:lblOffset val="100"/>
        <c:noMultiLvlLbl val="0"/>
      </c:catAx>
      <c:valAx>
        <c:axId val="683398223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683397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Pie_donut!$C$2</c:f>
              <c:strCache>
                <c:ptCount val="1"/>
                <c:pt idx="0">
                  <c:v>Survey item A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</c:spPr>
          <c:dPt>
            <c:idx val="0"/>
            <c:bubble3D val="0"/>
            <c:spPr>
              <a:solidFill>
                <a:srgbClr val="F5F6F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8DD-4938-8E85-5CB4173B2E0C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8DD-4938-8E85-5CB4173B2E0C}"/>
              </c:ext>
            </c:extLst>
          </c:dPt>
          <c:dPt>
            <c:idx val="2"/>
            <c:bubble3D val="0"/>
            <c:spPr>
              <a:solidFill>
                <a:srgbClr val="A8B4D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8DD-4938-8E85-5CB4173B2E0C}"/>
              </c:ext>
            </c:extLst>
          </c:dPt>
          <c:cat>
            <c:strRef>
              <c:f>Pie_donut!$B$3:$B$5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Pie_donut!$C$3:$C$5</c:f>
              <c:numCache>
                <c:formatCode>General</c:formatCode>
                <c:ptCount val="3"/>
                <c:pt idx="0">
                  <c:v>5</c:v>
                </c:pt>
                <c:pt idx="1">
                  <c:v>10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DD-4938-8E85-5CB4173B2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Pie_donut!$C$2</c:f>
              <c:strCache>
                <c:ptCount val="1"/>
                <c:pt idx="0">
                  <c:v>Survey item A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</c:spPr>
          <c:dPt>
            <c:idx val="0"/>
            <c:bubble3D val="0"/>
            <c:spPr>
              <a:solidFill>
                <a:srgbClr val="F5F6F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66-4B13-9953-58A998207256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66-4B13-9953-58A998207256}"/>
              </c:ext>
            </c:extLst>
          </c:dPt>
          <c:dPt>
            <c:idx val="2"/>
            <c:bubble3D val="0"/>
            <c:spPr>
              <a:solidFill>
                <a:srgbClr val="A8B4D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66-4B13-9953-58A998207256}"/>
              </c:ext>
            </c:extLst>
          </c:dPt>
          <c:cat>
            <c:strRef>
              <c:f>Pie_donut!$B$3:$B$5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Pie_donut!$C$3:$C$5</c:f>
              <c:numCache>
                <c:formatCode>General</c:formatCode>
                <c:ptCount val="3"/>
                <c:pt idx="0">
                  <c:v>5</c:v>
                </c:pt>
                <c:pt idx="1">
                  <c:v>10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66-4B13-9953-58A998207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line!$C$4</c:f>
              <c:strCache>
                <c:ptCount val="1"/>
                <c:pt idx="0">
                  <c:v>FEDFUNDS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line!$B$5:$B$866</c:f>
              <c:numCache>
                <c:formatCode>[$-409]mmm/yy;@</c:formatCode>
                <c:ptCount val="862"/>
                <c:pt idx="0">
                  <c:v>19906</c:v>
                </c:pt>
                <c:pt idx="1">
                  <c:v>19937</c:v>
                </c:pt>
                <c:pt idx="2">
                  <c:v>19968</c:v>
                </c:pt>
                <c:pt idx="3">
                  <c:v>19998</c:v>
                </c:pt>
                <c:pt idx="4">
                  <c:v>20029</c:v>
                </c:pt>
                <c:pt idx="5">
                  <c:v>20059</c:v>
                </c:pt>
                <c:pt idx="6">
                  <c:v>20090</c:v>
                </c:pt>
                <c:pt idx="7">
                  <c:v>20121</c:v>
                </c:pt>
                <c:pt idx="8">
                  <c:v>20149</c:v>
                </c:pt>
                <c:pt idx="9">
                  <c:v>20180</c:v>
                </c:pt>
                <c:pt idx="10">
                  <c:v>20210</c:v>
                </c:pt>
                <c:pt idx="11">
                  <c:v>20241</c:v>
                </c:pt>
                <c:pt idx="12">
                  <c:v>20271</c:v>
                </c:pt>
                <c:pt idx="13">
                  <c:v>20302</c:v>
                </c:pt>
                <c:pt idx="14">
                  <c:v>20333</c:v>
                </c:pt>
                <c:pt idx="15">
                  <c:v>20363</c:v>
                </c:pt>
                <c:pt idx="16">
                  <c:v>20394</c:v>
                </c:pt>
                <c:pt idx="17">
                  <c:v>20424</c:v>
                </c:pt>
                <c:pt idx="18">
                  <c:v>20455</c:v>
                </c:pt>
                <c:pt idx="19">
                  <c:v>20486</c:v>
                </c:pt>
                <c:pt idx="20">
                  <c:v>20515</c:v>
                </c:pt>
                <c:pt idx="21">
                  <c:v>20546</c:v>
                </c:pt>
                <c:pt idx="22">
                  <c:v>20576</c:v>
                </c:pt>
                <c:pt idx="23">
                  <c:v>20607</c:v>
                </c:pt>
                <c:pt idx="24">
                  <c:v>20637</c:v>
                </c:pt>
                <c:pt idx="25">
                  <c:v>20668</c:v>
                </c:pt>
                <c:pt idx="26">
                  <c:v>20699</c:v>
                </c:pt>
                <c:pt idx="27">
                  <c:v>20729</c:v>
                </c:pt>
                <c:pt idx="28">
                  <c:v>20760</c:v>
                </c:pt>
                <c:pt idx="29">
                  <c:v>20790</c:v>
                </c:pt>
                <c:pt idx="30">
                  <c:v>20821</c:v>
                </c:pt>
                <c:pt idx="31">
                  <c:v>20852</c:v>
                </c:pt>
                <c:pt idx="32">
                  <c:v>20880</c:v>
                </c:pt>
                <c:pt idx="33">
                  <c:v>20911</c:v>
                </c:pt>
                <c:pt idx="34">
                  <c:v>20941</c:v>
                </c:pt>
                <c:pt idx="35">
                  <c:v>20972</c:v>
                </c:pt>
                <c:pt idx="36">
                  <c:v>21002</c:v>
                </c:pt>
                <c:pt idx="37">
                  <c:v>21033</c:v>
                </c:pt>
                <c:pt idx="38">
                  <c:v>21064</c:v>
                </c:pt>
                <c:pt idx="39">
                  <c:v>21094</c:v>
                </c:pt>
                <c:pt idx="40">
                  <c:v>21125</c:v>
                </c:pt>
                <c:pt idx="41">
                  <c:v>21155</c:v>
                </c:pt>
                <c:pt idx="42">
                  <c:v>21186</c:v>
                </c:pt>
                <c:pt idx="43">
                  <c:v>21217</c:v>
                </c:pt>
                <c:pt idx="44">
                  <c:v>21245</c:v>
                </c:pt>
                <c:pt idx="45">
                  <c:v>21276</c:v>
                </c:pt>
                <c:pt idx="46">
                  <c:v>21306</c:v>
                </c:pt>
                <c:pt idx="47">
                  <c:v>21337</c:v>
                </c:pt>
                <c:pt idx="48">
                  <c:v>21367</c:v>
                </c:pt>
                <c:pt idx="49">
                  <c:v>21398</c:v>
                </c:pt>
                <c:pt idx="50">
                  <c:v>21429</c:v>
                </c:pt>
                <c:pt idx="51">
                  <c:v>21459</c:v>
                </c:pt>
                <c:pt idx="52">
                  <c:v>21490</c:v>
                </c:pt>
                <c:pt idx="53">
                  <c:v>21520</c:v>
                </c:pt>
                <c:pt idx="54">
                  <c:v>21551</c:v>
                </c:pt>
                <c:pt idx="55">
                  <c:v>21582</c:v>
                </c:pt>
                <c:pt idx="56">
                  <c:v>21610</c:v>
                </c:pt>
                <c:pt idx="57">
                  <c:v>21641</c:v>
                </c:pt>
                <c:pt idx="58">
                  <c:v>21671</c:v>
                </c:pt>
                <c:pt idx="59">
                  <c:v>21702</c:v>
                </c:pt>
                <c:pt idx="60">
                  <c:v>21732</c:v>
                </c:pt>
                <c:pt idx="61">
                  <c:v>21763</c:v>
                </c:pt>
                <c:pt idx="62">
                  <c:v>21794</c:v>
                </c:pt>
                <c:pt idx="63">
                  <c:v>21824</c:v>
                </c:pt>
                <c:pt idx="64">
                  <c:v>21855</c:v>
                </c:pt>
                <c:pt idx="65">
                  <c:v>21885</c:v>
                </c:pt>
                <c:pt idx="66">
                  <c:v>21916</c:v>
                </c:pt>
                <c:pt idx="67">
                  <c:v>21947</c:v>
                </c:pt>
                <c:pt idx="68">
                  <c:v>21976</c:v>
                </c:pt>
                <c:pt idx="69">
                  <c:v>22007</c:v>
                </c:pt>
                <c:pt idx="70">
                  <c:v>22037</c:v>
                </c:pt>
                <c:pt idx="71">
                  <c:v>22068</c:v>
                </c:pt>
                <c:pt idx="72">
                  <c:v>22098</c:v>
                </c:pt>
                <c:pt idx="73">
                  <c:v>22129</c:v>
                </c:pt>
                <c:pt idx="74">
                  <c:v>22160</c:v>
                </c:pt>
                <c:pt idx="75">
                  <c:v>22190</c:v>
                </c:pt>
                <c:pt idx="76">
                  <c:v>22221</c:v>
                </c:pt>
                <c:pt idx="77">
                  <c:v>22251</c:v>
                </c:pt>
                <c:pt idx="78">
                  <c:v>22282</c:v>
                </c:pt>
                <c:pt idx="79">
                  <c:v>22313</c:v>
                </c:pt>
                <c:pt idx="80">
                  <c:v>22341</c:v>
                </c:pt>
                <c:pt idx="81">
                  <c:v>22372</c:v>
                </c:pt>
                <c:pt idx="82">
                  <c:v>22402</c:v>
                </c:pt>
                <c:pt idx="83">
                  <c:v>22433</c:v>
                </c:pt>
                <c:pt idx="84">
                  <c:v>22463</c:v>
                </c:pt>
                <c:pt idx="85">
                  <c:v>22494</c:v>
                </c:pt>
                <c:pt idx="86">
                  <c:v>22525</c:v>
                </c:pt>
                <c:pt idx="87">
                  <c:v>22555</c:v>
                </c:pt>
                <c:pt idx="88">
                  <c:v>22586</c:v>
                </c:pt>
                <c:pt idx="89">
                  <c:v>22616</c:v>
                </c:pt>
                <c:pt idx="90">
                  <c:v>22647</c:v>
                </c:pt>
                <c:pt idx="91">
                  <c:v>22678</c:v>
                </c:pt>
                <c:pt idx="92">
                  <c:v>22706</c:v>
                </c:pt>
                <c:pt idx="93">
                  <c:v>22737</c:v>
                </c:pt>
                <c:pt idx="94">
                  <c:v>22767</c:v>
                </c:pt>
                <c:pt idx="95">
                  <c:v>22798</c:v>
                </c:pt>
                <c:pt idx="96">
                  <c:v>22828</c:v>
                </c:pt>
                <c:pt idx="97">
                  <c:v>22859</c:v>
                </c:pt>
                <c:pt idx="98">
                  <c:v>22890</c:v>
                </c:pt>
                <c:pt idx="99">
                  <c:v>22920</c:v>
                </c:pt>
                <c:pt idx="100">
                  <c:v>22951</c:v>
                </c:pt>
                <c:pt idx="101">
                  <c:v>22981</c:v>
                </c:pt>
                <c:pt idx="102">
                  <c:v>23012</c:v>
                </c:pt>
                <c:pt idx="103">
                  <c:v>23043</c:v>
                </c:pt>
                <c:pt idx="104">
                  <c:v>23071</c:v>
                </c:pt>
                <c:pt idx="105">
                  <c:v>23102</c:v>
                </c:pt>
                <c:pt idx="106">
                  <c:v>23132</c:v>
                </c:pt>
                <c:pt idx="107">
                  <c:v>23163</c:v>
                </c:pt>
                <c:pt idx="108">
                  <c:v>23193</c:v>
                </c:pt>
                <c:pt idx="109">
                  <c:v>23224</c:v>
                </c:pt>
                <c:pt idx="110">
                  <c:v>23255</c:v>
                </c:pt>
                <c:pt idx="111">
                  <c:v>23285</c:v>
                </c:pt>
                <c:pt idx="112">
                  <c:v>23316</c:v>
                </c:pt>
                <c:pt idx="113">
                  <c:v>23346</c:v>
                </c:pt>
                <c:pt idx="114">
                  <c:v>23377</c:v>
                </c:pt>
                <c:pt idx="115">
                  <c:v>23408</c:v>
                </c:pt>
                <c:pt idx="116">
                  <c:v>23437</c:v>
                </c:pt>
                <c:pt idx="117">
                  <c:v>23468</c:v>
                </c:pt>
                <c:pt idx="118">
                  <c:v>23498</c:v>
                </c:pt>
                <c:pt idx="119">
                  <c:v>23529</c:v>
                </c:pt>
                <c:pt idx="120">
                  <c:v>23559</c:v>
                </c:pt>
                <c:pt idx="121">
                  <c:v>23590</c:v>
                </c:pt>
                <c:pt idx="122">
                  <c:v>23621</c:v>
                </c:pt>
                <c:pt idx="123">
                  <c:v>23651</c:v>
                </c:pt>
                <c:pt idx="124">
                  <c:v>23682</c:v>
                </c:pt>
                <c:pt idx="125">
                  <c:v>23712</c:v>
                </c:pt>
                <c:pt idx="126">
                  <c:v>23743</c:v>
                </c:pt>
                <c:pt idx="127">
                  <c:v>23774</c:v>
                </c:pt>
                <c:pt idx="128">
                  <c:v>23802</c:v>
                </c:pt>
                <c:pt idx="129">
                  <c:v>23833</c:v>
                </c:pt>
                <c:pt idx="130">
                  <c:v>23863</c:v>
                </c:pt>
                <c:pt idx="131">
                  <c:v>23894</c:v>
                </c:pt>
                <c:pt idx="132">
                  <c:v>23924</c:v>
                </c:pt>
                <c:pt idx="133">
                  <c:v>23955</c:v>
                </c:pt>
                <c:pt idx="134">
                  <c:v>23986</c:v>
                </c:pt>
                <c:pt idx="135">
                  <c:v>24016</c:v>
                </c:pt>
                <c:pt idx="136">
                  <c:v>24047</c:v>
                </c:pt>
                <c:pt idx="137">
                  <c:v>24077</c:v>
                </c:pt>
                <c:pt idx="138">
                  <c:v>24108</c:v>
                </c:pt>
                <c:pt idx="139">
                  <c:v>24139</c:v>
                </c:pt>
                <c:pt idx="140">
                  <c:v>24167</c:v>
                </c:pt>
                <c:pt idx="141">
                  <c:v>24198</c:v>
                </c:pt>
                <c:pt idx="142">
                  <c:v>24228</c:v>
                </c:pt>
                <c:pt idx="143">
                  <c:v>24259</c:v>
                </c:pt>
                <c:pt idx="144">
                  <c:v>24289</c:v>
                </c:pt>
                <c:pt idx="145">
                  <c:v>24320</c:v>
                </c:pt>
                <c:pt idx="146">
                  <c:v>24351</c:v>
                </c:pt>
                <c:pt idx="147">
                  <c:v>24381</c:v>
                </c:pt>
                <c:pt idx="148">
                  <c:v>24412</c:v>
                </c:pt>
                <c:pt idx="149">
                  <c:v>24442</c:v>
                </c:pt>
                <c:pt idx="150">
                  <c:v>24473</c:v>
                </c:pt>
                <c:pt idx="151">
                  <c:v>24504</c:v>
                </c:pt>
                <c:pt idx="152">
                  <c:v>24532</c:v>
                </c:pt>
                <c:pt idx="153">
                  <c:v>24563</c:v>
                </c:pt>
                <c:pt idx="154">
                  <c:v>24593</c:v>
                </c:pt>
                <c:pt idx="155">
                  <c:v>24624</c:v>
                </c:pt>
                <c:pt idx="156">
                  <c:v>24654</c:v>
                </c:pt>
                <c:pt idx="157">
                  <c:v>24685</c:v>
                </c:pt>
                <c:pt idx="158">
                  <c:v>24716</c:v>
                </c:pt>
                <c:pt idx="159">
                  <c:v>24746</c:v>
                </c:pt>
                <c:pt idx="160">
                  <c:v>24777</c:v>
                </c:pt>
                <c:pt idx="161">
                  <c:v>24807</c:v>
                </c:pt>
                <c:pt idx="162">
                  <c:v>24838</c:v>
                </c:pt>
                <c:pt idx="163">
                  <c:v>24869</c:v>
                </c:pt>
                <c:pt idx="164">
                  <c:v>24898</c:v>
                </c:pt>
                <c:pt idx="165">
                  <c:v>24929</c:v>
                </c:pt>
                <c:pt idx="166">
                  <c:v>24959</c:v>
                </c:pt>
                <c:pt idx="167">
                  <c:v>24990</c:v>
                </c:pt>
                <c:pt idx="168">
                  <c:v>25020</c:v>
                </c:pt>
                <c:pt idx="169">
                  <c:v>25051</c:v>
                </c:pt>
                <c:pt idx="170">
                  <c:v>25082</c:v>
                </c:pt>
                <c:pt idx="171">
                  <c:v>25112</c:v>
                </c:pt>
                <c:pt idx="172">
                  <c:v>25143</c:v>
                </c:pt>
                <c:pt idx="173">
                  <c:v>25173</c:v>
                </c:pt>
                <c:pt idx="174">
                  <c:v>25204</c:v>
                </c:pt>
                <c:pt idx="175">
                  <c:v>25235</c:v>
                </c:pt>
                <c:pt idx="176">
                  <c:v>25263</c:v>
                </c:pt>
                <c:pt idx="177">
                  <c:v>25294</c:v>
                </c:pt>
                <c:pt idx="178">
                  <c:v>25324</c:v>
                </c:pt>
                <c:pt idx="179">
                  <c:v>25355</c:v>
                </c:pt>
                <c:pt idx="180">
                  <c:v>25385</c:v>
                </c:pt>
                <c:pt idx="181">
                  <c:v>25416</c:v>
                </c:pt>
                <c:pt idx="182">
                  <c:v>25447</c:v>
                </c:pt>
                <c:pt idx="183">
                  <c:v>25477</c:v>
                </c:pt>
                <c:pt idx="184">
                  <c:v>25508</c:v>
                </c:pt>
                <c:pt idx="185">
                  <c:v>25538</c:v>
                </c:pt>
                <c:pt idx="186">
                  <c:v>25569</c:v>
                </c:pt>
                <c:pt idx="187">
                  <c:v>25600</c:v>
                </c:pt>
                <c:pt idx="188">
                  <c:v>25628</c:v>
                </c:pt>
                <c:pt idx="189">
                  <c:v>25659</c:v>
                </c:pt>
                <c:pt idx="190">
                  <c:v>25689</c:v>
                </c:pt>
                <c:pt idx="191">
                  <c:v>25720</c:v>
                </c:pt>
                <c:pt idx="192">
                  <c:v>25750</c:v>
                </c:pt>
                <c:pt idx="193">
                  <c:v>25781</c:v>
                </c:pt>
                <c:pt idx="194">
                  <c:v>25812</c:v>
                </c:pt>
                <c:pt idx="195">
                  <c:v>25842</c:v>
                </c:pt>
                <c:pt idx="196">
                  <c:v>25873</c:v>
                </c:pt>
                <c:pt idx="197">
                  <c:v>25903</c:v>
                </c:pt>
                <c:pt idx="198">
                  <c:v>25934</c:v>
                </c:pt>
                <c:pt idx="199">
                  <c:v>25965</c:v>
                </c:pt>
                <c:pt idx="200">
                  <c:v>25993</c:v>
                </c:pt>
                <c:pt idx="201">
                  <c:v>26024</c:v>
                </c:pt>
                <c:pt idx="202">
                  <c:v>26054</c:v>
                </c:pt>
                <c:pt idx="203">
                  <c:v>26085</c:v>
                </c:pt>
                <c:pt idx="204">
                  <c:v>26115</c:v>
                </c:pt>
                <c:pt idx="205">
                  <c:v>26146</c:v>
                </c:pt>
                <c:pt idx="206">
                  <c:v>26177</c:v>
                </c:pt>
                <c:pt idx="207">
                  <c:v>26207</c:v>
                </c:pt>
                <c:pt idx="208">
                  <c:v>26238</c:v>
                </c:pt>
                <c:pt idx="209">
                  <c:v>26268</c:v>
                </c:pt>
                <c:pt idx="210">
                  <c:v>26299</c:v>
                </c:pt>
                <c:pt idx="211">
                  <c:v>26330</c:v>
                </c:pt>
                <c:pt idx="212">
                  <c:v>26359</c:v>
                </c:pt>
                <c:pt idx="213">
                  <c:v>26390</c:v>
                </c:pt>
                <c:pt idx="214">
                  <c:v>26420</c:v>
                </c:pt>
                <c:pt idx="215">
                  <c:v>26451</c:v>
                </c:pt>
                <c:pt idx="216">
                  <c:v>26481</c:v>
                </c:pt>
                <c:pt idx="217">
                  <c:v>26512</c:v>
                </c:pt>
                <c:pt idx="218">
                  <c:v>26543</c:v>
                </c:pt>
                <c:pt idx="219">
                  <c:v>26573</c:v>
                </c:pt>
                <c:pt idx="220">
                  <c:v>26604</c:v>
                </c:pt>
                <c:pt idx="221">
                  <c:v>26634</c:v>
                </c:pt>
                <c:pt idx="222">
                  <c:v>26665</c:v>
                </c:pt>
                <c:pt idx="223">
                  <c:v>26696</c:v>
                </c:pt>
                <c:pt idx="224">
                  <c:v>26724</c:v>
                </c:pt>
                <c:pt idx="225">
                  <c:v>26755</c:v>
                </c:pt>
                <c:pt idx="226">
                  <c:v>26785</c:v>
                </c:pt>
                <c:pt idx="227">
                  <c:v>26816</c:v>
                </c:pt>
                <c:pt idx="228">
                  <c:v>26846</c:v>
                </c:pt>
                <c:pt idx="229">
                  <c:v>26877</c:v>
                </c:pt>
                <c:pt idx="230">
                  <c:v>26908</c:v>
                </c:pt>
                <c:pt idx="231">
                  <c:v>26938</c:v>
                </c:pt>
                <c:pt idx="232">
                  <c:v>26969</c:v>
                </c:pt>
                <c:pt idx="233">
                  <c:v>26999</c:v>
                </c:pt>
                <c:pt idx="234">
                  <c:v>27030</c:v>
                </c:pt>
                <c:pt idx="235">
                  <c:v>27061</c:v>
                </c:pt>
                <c:pt idx="236">
                  <c:v>27089</c:v>
                </c:pt>
                <c:pt idx="237">
                  <c:v>27120</c:v>
                </c:pt>
                <c:pt idx="238">
                  <c:v>27150</c:v>
                </c:pt>
                <c:pt idx="239">
                  <c:v>27181</c:v>
                </c:pt>
                <c:pt idx="240">
                  <c:v>27211</c:v>
                </c:pt>
                <c:pt idx="241">
                  <c:v>27242</c:v>
                </c:pt>
                <c:pt idx="242">
                  <c:v>27273</c:v>
                </c:pt>
                <c:pt idx="243">
                  <c:v>27303</c:v>
                </c:pt>
                <c:pt idx="244">
                  <c:v>27334</c:v>
                </c:pt>
                <c:pt idx="245">
                  <c:v>27364</c:v>
                </c:pt>
                <c:pt idx="246">
                  <c:v>27395</c:v>
                </c:pt>
                <c:pt idx="247">
                  <c:v>27426</c:v>
                </c:pt>
                <c:pt idx="248">
                  <c:v>27454</c:v>
                </c:pt>
                <c:pt idx="249">
                  <c:v>27485</c:v>
                </c:pt>
                <c:pt idx="250">
                  <c:v>27515</c:v>
                </c:pt>
                <c:pt idx="251">
                  <c:v>27546</c:v>
                </c:pt>
                <c:pt idx="252">
                  <c:v>27576</c:v>
                </c:pt>
                <c:pt idx="253">
                  <c:v>27607</c:v>
                </c:pt>
                <c:pt idx="254">
                  <c:v>27638</c:v>
                </c:pt>
                <c:pt idx="255">
                  <c:v>27668</c:v>
                </c:pt>
                <c:pt idx="256">
                  <c:v>27699</c:v>
                </c:pt>
                <c:pt idx="257">
                  <c:v>27729</c:v>
                </c:pt>
                <c:pt idx="258">
                  <c:v>27760</c:v>
                </c:pt>
                <c:pt idx="259">
                  <c:v>27791</c:v>
                </c:pt>
                <c:pt idx="260">
                  <c:v>27820</c:v>
                </c:pt>
                <c:pt idx="261">
                  <c:v>27851</c:v>
                </c:pt>
                <c:pt idx="262">
                  <c:v>27881</c:v>
                </c:pt>
                <c:pt idx="263">
                  <c:v>27912</c:v>
                </c:pt>
                <c:pt idx="264">
                  <c:v>27942</c:v>
                </c:pt>
                <c:pt idx="265">
                  <c:v>27973</c:v>
                </c:pt>
                <c:pt idx="266">
                  <c:v>28004</c:v>
                </c:pt>
                <c:pt idx="267">
                  <c:v>28034</c:v>
                </c:pt>
                <c:pt idx="268">
                  <c:v>28065</c:v>
                </c:pt>
                <c:pt idx="269">
                  <c:v>28095</c:v>
                </c:pt>
                <c:pt idx="270">
                  <c:v>28126</c:v>
                </c:pt>
                <c:pt idx="271">
                  <c:v>28157</c:v>
                </c:pt>
                <c:pt idx="272">
                  <c:v>28185</c:v>
                </c:pt>
                <c:pt idx="273">
                  <c:v>28216</c:v>
                </c:pt>
                <c:pt idx="274">
                  <c:v>28246</c:v>
                </c:pt>
                <c:pt idx="275">
                  <c:v>28277</c:v>
                </c:pt>
                <c:pt idx="276">
                  <c:v>28307</c:v>
                </c:pt>
                <c:pt idx="277">
                  <c:v>28338</c:v>
                </c:pt>
                <c:pt idx="278">
                  <c:v>28369</c:v>
                </c:pt>
                <c:pt idx="279">
                  <c:v>28399</c:v>
                </c:pt>
                <c:pt idx="280">
                  <c:v>28430</c:v>
                </c:pt>
                <c:pt idx="281">
                  <c:v>28460</c:v>
                </c:pt>
                <c:pt idx="282">
                  <c:v>28491</c:v>
                </c:pt>
                <c:pt idx="283">
                  <c:v>28522</c:v>
                </c:pt>
                <c:pt idx="284">
                  <c:v>28550</c:v>
                </c:pt>
                <c:pt idx="285">
                  <c:v>28581</c:v>
                </c:pt>
                <c:pt idx="286">
                  <c:v>28611</c:v>
                </c:pt>
                <c:pt idx="287">
                  <c:v>28642</c:v>
                </c:pt>
                <c:pt idx="288">
                  <c:v>28672</c:v>
                </c:pt>
                <c:pt idx="289">
                  <c:v>28703</c:v>
                </c:pt>
                <c:pt idx="290">
                  <c:v>28734</c:v>
                </c:pt>
                <c:pt idx="291">
                  <c:v>28764</c:v>
                </c:pt>
                <c:pt idx="292">
                  <c:v>28795</c:v>
                </c:pt>
                <c:pt idx="293">
                  <c:v>28825</c:v>
                </c:pt>
                <c:pt idx="294">
                  <c:v>28856</c:v>
                </c:pt>
                <c:pt idx="295">
                  <c:v>28887</c:v>
                </c:pt>
                <c:pt idx="296">
                  <c:v>28915</c:v>
                </c:pt>
                <c:pt idx="297">
                  <c:v>28946</c:v>
                </c:pt>
                <c:pt idx="298">
                  <c:v>28976</c:v>
                </c:pt>
                <c:pt idx="299">
                  <c:v>29007</c:v>
                </c:pt>
                <c:pt idx="300">
                  <c:v>29037</c:v>
                </c:pt>
                <c:pt idx="301">
                  <c:v>29068</c:v>
                </c:pt>
                <c:pt idx="302">
                  <c:v>29099</c:v>
                </c:pt>
                <c:pt idx="303">
                  <c:v>29129</c:v>
                </c:pt>
                <c:pt idx="304">
                  <c:v>29160</c:v>
                </c:pt>
                <c:pt idx="305">
                  <c:v>29190</c:v>
                </c:pt>
                <c:pt idx="306">
                  <c:v>29221</c:v>
                </c:pt>
                <c:pt idx="307">
                  <c:v>29252</c:v>
                </c:pt>
                <c:pt idx="308">
                  <c:v>29281</c:v>
                </c:pt>
                <c:pt idx="309">
                  <c:v>29312</c:v>
                </c:pt>
                <c:pt idx="310">
                  <c:v>29342</c:v>
                </c:pt>
                <c:pt idx="311">
                  <c:v>29373</c:v>
                </c:pt>
                <c:pt idx="312">
                  <c:v>29403</c:v>
                </c:pt>
                <c:pt idx="313">
                  <c:v>29434</c:v>
                </c:pt>
                <c:pt idx="314">
                  <c:v>29465</c:v>
                </c:pt>
                <c:pt idx="315">
                  <c:v>29495</c:v>
                </c:pt>
                <c:pt idx="316">
                  <c:v>29526</c:v>
                </c:pt>
                <c:pt idx="317">
                  <c:v>29556</c:v>
                </c:pt>
                <c:pt idx="318">
                  <c:v>29587</c:v>
                </c:pt>
                <c:pt idx="319">
                  <c:v>29618</c:v>
                </c:pt>
                <c:pt idx="320">
                  <c:v>29646</c:v>
                </c:pt>
                <c:pt idx="321">
                  <c:v>29677</c:v>
                </c:pt>
                <c:pt idx="322">
                  <c:v>29707</c:v>
                </c:pt>
                <c:pt idx="323">
                  <c:v>29738</c:v>
                </c:pt>
                <c:pt idx="324">
                  <c:v>29768</c:v>
                </c:pt>
                <c:pt idx="325">
                  <c:v>29799</c:v>
                </c:pt>
                <c:pt idx="326">
                  <c:v>29830</c:v>
                </c:pt>
                <c:pt idx="327">
                  <c:v>29860</c:v>
                </c:pt>
                <c:pt idx="328">
                  <c:v>29891</c:v>
                </c:pt>
                <c:pt idx="329">
                  <c:v>29921</c:v>
                </c:pt>
                <c:pt idx="330">
                  <c:v>29952</c:v>
                </c:pt>
                <c:pt idx="331">
                  <c:v>29983</c:v>
                </c:pt>
                <c:pt idx="332">
                  <c:v>30011</c:v>
                </c:pt>
                <c:pt idx="333">
                  <c:v>30042</c:v>
                </c:pt>
                <c:pt idx="334">
                  <c:v>30072</c:v>
                </c:pt>
                <c:pt idx="335">
                  <c:v>30103</c:v>
                </c:pt>
                <c:pt idx="336">
                  <c:v>30133</c:v>
                </c:pt>
                <c:pt idx="337">
                  <c:v>30164</c:v>
                </c:pt>
                <c:pt idx="338">
                  <c:v>30195</c:v>
                </c:pt>
                <c:pt idx="339">
                  <c:v>30225</c:v>
                </c:pt>
                <c:pt idx="340">
                  <c:v>30256</c:v>
                </c:pt>
                <c:pt idx="341">
                  <c:v>30286</c:v>
                </c:pt>
                <c:pt idx="342">
                  <c:v>30317</c:v>
                </c:pt>
                <c:pt idx="343">
                  <c:v>30348</c:v>
                </c:pt>
                <c:pt idx="344">
                  <c:v>30376</c:v>
                </c:pt>
                <c:pt idx="345">
                  <c:v>30407</c:v>
                </c:pt>
                <c:pt idx="346">
                  <c:v>30437</c:v>
                </c:pt>
                <c:pt idx="347">
                  <c:v>30468</c:v>
                </c:pt>
                <c:pt idx="348">
                  <c:v>30498</c:v>
                </c:pt>
                <c:pt idx="349">
                  <c:v>30529</c:v>
                </c:pt>
                <c:pt idx="350">
                  <c:v>30560</c:v>
                </c:pt>
                <c:pt idx="351">
                  <c:v>30590</c:v>
                </c:pt>
                <c:pt idx="352">
                  <c:v>30621</c:v>
                </c:pt>
                <c:pt idx="353">
                  <c:v>30651</c:v>
                </c:pt>
                <c:pt idx="354">
                  <c:v>30682</c:v>
                </c:pt>
                <c:pt idx="355">
                  <c:v>30713</c:v>
                </c:pt>
                <c:pt idx="356">
                  <c:v>30742</c:v>
                </c:pt>
                <c:pt idx="357">
                  <c:v>30773</c:v>
                </c:pt>
                <c:pt idx="358">
                  <c:v>30803</c:v>
                </c:pt>
                <c:pt idx="359">
                  <c:v>30834</c:v>
                </c:pt>
                <c:pt idx="360">
                  <c:v>30864</c:v>
                </c:pt>
                <c:pt idx="361">
                  <c:v>30895</c:v>
                </c:pt>
                <c:pt idx="362">
                  <c:v>30926</c:v>
                </c:pt>
                <c:pt idx="363">
                  <c:v>30956</c:v>
                </c:pt>
                <c:pt idx="364">
                  <c:v>30987</c:v>
                </c:pt>
                <c:pt idx="365">
                  <c:v>31017</c:v>
                </c:pt>
                <c:pt idx="366">
                  <c:v>31048</c:v>
                </c:pt>
                <c:pt idx="367">
                  <c:v>31079</c:v>
                </c:pt>
                <c:pt idx="368">
                  <c:v>31107</c:v>
                </c:pt>
                <c:pt idx="369">
                  <c:v>31138</c:v>
                </c:pt>
                <c:pt idx="370">
                  <c:v>31168</c:v>
                </c:pt>
                <c:pt idx="371">
                  <c:v>31199</c:v>
                </c:pt>
                <c:pt idx="372">
                  <c:v>31229</c:v>
                </c:pt>
                <c:pt idx="373">
                  <c:v>31260</c:v>
                </c:pt>
                <c:pt idx="374">
                  <c:v>31291</c:v>
                </c:pt>
                <c:pt idx="375">
                  <c:v>31321</c:v>
                </c:pt>
                <c:pt idx="376">
                  <c:v>31352</c:v>
                </c:pt>
                <c:pt idx="377">
                  <c:v>31382</c:v>
                </c:pt>
                <c:pt idx="378">
                  <c:v>31413</c:v>
                </c:pt>
                <c:pt idx="379">
                  <c:v>31444</c:v>
                </c:pt>
                <c:pt idx="380">
                  <c:v>31472</c:v>
                </c:pt>
                <c:pt idx="381">
                  <c:v>31503</c:v>
                </c:pt>
                <c:pt idx="382">
                  <c:v>31533</c:v>
                </c:pt>
                <c:pt idx="383">
                  <c:v>31564</c:v>
                </c:pt>
                <c:pt idx="384">
                  <c:v>31594</c:v>
                </c:pt>
                <c:pt idx="385">
                  <c:v>31625</c:v>
                </c:pt>
                <c:pt idx="386">
                  <c:v>31656</c:v>
                </c:pt>
                <c:pt idx="387">
                  <c:v>31686</c:v>
                </c:pt>
                <c:pt idx="388">
                  <c:v>31717</c:v>
                </c:pt>
                <c:pt idx="389">
                  <c:v>31747</c:v>
                </c:pt>
                <c:pt idx="390">
                  <c:v>31778</c:v>
                </c:pt>
                <c:pt idx="391">
                  <c:v>31809</c:v>
                </c:pt>
                <c:pt idx="392">
                  <c:v>31837</c:v>
                </c:pt>
                <c:pt idx="393">
                  <c:v>31868</c:v>
                </c:pt>
                <c:pt idx="394">
                  <c:v>31898</c:v>
                </c:pt>
                <c:pt idx="395">
                  <c:v>31929</c:v>
                </c:pt>
                <c:pt idx="396">
                  <c:v>31959</c:v>
                </c:pt>
                <c:pt idx="397">
                  <c:v>31990</c:v>
                </c:pt>
                <c:pt idx="398">
                  <c:v>32021</c:v>
                </c:pt>
                <c:pt idx="399">
                  <c:v>32051</c:v>
                </c:pt>
                <c:pt idx="400">
                  <c:v>32082</c:v>
                </c:pt>
                <c:pt idx="401">
                  <c:v>32112</c:v>
                </c:pt>
                <c:pt idx="402">
                  <c:v>32143</c:v>
                </c:pt>
                <c:pt idx="403">
                  <c:v>32174</c:v>
                </c:pt>
                <c:pt idx="404">
                  <c:v>32203</c:v>
                </c:pt>
                <c:pt idx="405">
                  <c:v>32234</c:v>
                </c:pt>
                <c:pt idx="406">
                  <c:v>32264</c:v>
                </c:pt>
                <c:pt idx="407">
                  <c:v>32295</c:v>
                </c:pt>
                <c:pt idx="408">
                  <c:v>32325</c:v>
                </c:pt>
                <c:pt idx="409">
                  <c:v>32356</c:v>
                </c:pt>
                <c:pt idx="410">
                  <c:v>32387</c:v>
                </c:pt>
                <c:pt idx="411">
                  <c:v>32417</c:v>
                </c:pt>
                <c:pt idx="412">
                  <c:v>32448</c:v>
                </c:pt>
                <c:pt idx="413">
                  <c:v>32478</c:v>
                </c:pt>
                <c:pt idx="414">
                  <c:v>32509</c:v>
                </c:pt>
                <c:pt idx="415">
                  <c:v>32540</c:v>
                </c:pt>
                <c:pt idx="416">
                  <c:v>32568</c:v>
                </c:pt>
                <c:pt idx="417">
                  <c:v>32599</c:v>
                </c:pt>
                <c:pt idx="418">
                  <c:v>32629</c:v>
                </c:pt>
                <c:pt idx="419">
                  <c:v>32660</c:v>
                </c:pt>
                <c:pt idx="420">
                  <c:v>32690</c:v>
                </c:pt>
                <c:pt idx="421">
                  <c:v>32721</c:v>
                </c:pt>
                <c:pt idx="422">
                  <c:v>32752</c:v>
                </c:pt>
                <c:pt idx="423">
                  <c:v>32782</c:v>
                </c:pt>
                <c:pt idx="424">
                  <c:v>32813</c:v>
                </c:pt>
                <c:pt idx="425">
                  <c:v>32843</c:v>
                </c:pt>
                <c:pt idx="426">
                  <c:v>32874</c:v>
                </c:pt>
                <c:pt idx="427">
                  <c:v>32905</c:v>
                </c:pt>
                <c:pt idx="428">
                  <c:v>32933</c:v>
                </c:pt>
                <c:pt idx="429">
                  <c:v>32964</c:v>
                </c:pt>
                <c:pt idx="430">
                  <c:v>32994</c:v>
                </c:pt>
                <c:pt idx="431">
                  <c:v>33025</c:v>
                </c:pt>
                <c:pt idx="432">
                  <c:v>33055</c:v>
                </c:pt>
                <c:pt idx="433">
                  <c:v>33086</c:v>
                </c:pt>
                <c:pt idx="434">
                  <c:v>33117</c:v>
                </c:pt>
                <c:pt idx="435">
                  <c:v>33147</c:v>
                </c:pt>
                <c:pt idx="436">
                  <c:v>33178</c:v>
                </c:pt>
                <c:pt idx="437">
                  <c:v>33208</c:v>
                </c:pt>
                <c:pt idx="438">
                  <c:v>33239</c:v>
                </c:pt>
                <c:pt idx="439">
                  <c:v>33270</c:v>
                </c:pt>
                <c:pt idx="440">
                  <c:v>33298</c:v>
                </c:pt>
                <c:pt idx="441">
                  <c:v>33329</c:v>
                </c:pt>
                <c:pt idx="442">
                  <c:v>33359</c:v>
                </c:pt>
                <c:pt idx="443">
                  <c:v>33390</c:v>
                </c:pt>
                <c:pt idx="444">
                  <c:v>33420</c:v>
                </c:pt>
                <c:pt idx="445">
                  <c:v>33451</c:v>
                </c:pt>
                <c:pt idx="446">
                  <c:v>33482</c:v>
                </c:pt>
                <c:pt idx="447">
                  <c:v>33512</c:v>
                </c:pt>
                <c:pt idx="448">
                  <c:v>33543</c:v>
                </c:pt>
                <c:pt idx="449">
                  <c:v>33573</c:v>
                </c:pt>
                <c:pt idx="450">
                  <c:v>33604</c:v>
                </c:pt>
                <c:pt idx="451">
                  <c:v>33635</c:v>
                </c:pt>
                <c:pt idx="452">
                  <c:v>33664</c:v>
                </c:pt>
                <c:pt idx="453">
                  <c:v>33695</c:v>
                </c:pt>
                <c:pt idx="454">
                  <c:v>33725</c:v>
                </c:pt>
                <c:pt idx="455">
                  <c:v>33756</c:v>
                </c:pt>
                <c:pt idx="456">
                  <c:v>33786</c:v>
                </c:pt>
                <c:pt idx="457">
                  <c:v>33817</c:v>
                </c:pt>
                <c:pt idx="458">
                  <c:v>33848</c:v>
                </c:pt>
                <c:pt idx="459">
                  <c:v>33878</c:v>
                </c:pt>
                <c:pt idx="460">
                  <c:v>33909</c:v>
                </c:pt>
                <c:pt idx="461">
                  <c:v>33939</c:v>
                </c:pt>
                <c:pt idx="462">
                  <c:v>33970</c:v>
                </c:pt>
                <c:pt idx="463">
                  <c:v>34001</c:v>
                </c:pt>
                <c:pt idx="464">
                  <c:v>34029</c:v>
                </c:pt>
                <c:pt idx="465">
                  <c:v>34060</c:v>
                </c:pt>
                <c:pt idx="466">
                  <c:v>34090</c:v>
                </c:pt>
                <c:pt idx="467">
                  <c:v>34121</c:v>
                </c:pt>
                <c:pt idx="468">
                  <c:v>34151</c:v>
                </c:pt>
                <c:pt idx="469">
                  <c:v>34182</c:v>
                </c:pt>
                <c:pt idx="470">
                  <c:v>34213</c:v>
                </c:pt>
                <c:pt idx="471">
                  <c:v>34243</c:v>
                </c:pt>
                <c:pt idx="472">
                  <c:v>34274</c:v>
                </c:pt>
                <c:pt idx="473">
                  <c:v>34304</c:v>
                </c:pt>
                <c:pt idx="474">
                  <c:v>34335</c:v>
                </c:pt>
                <c:pt idx="475">
                  <c:v>34366</c:v>
                </c:pt>
                <c:pt idx="476">
                  <c:v>34394</c:v>
                </c:pt>
                <c:pt idx="477">
                  <c:v>34425</c:v>
                </c:pt>
                <c:pt idx="478">
                  <c:v>34455</c:v>
                </c:pt>
                <c:pt idx="479">
                  <c:v>34486</c:v>
                </c:pt>
                <c:pt idx="480">
                  <c:v>34516</c:v>
                </c:pt>
                <c:pt idx="481">
                  <c:v>34547</c:v>
                </c:pt>
                <c:pt idx="482">
                  <c:v>34578</c:v>
                </c:pt>
                <c:pt idx="483">
                  <c:v>34608</c:v>
                </c:pt>
                <c:pt idx="484">
                  <c:v>34639</c:v>
                </c:pt>
                <c:pt idx="485">
                  <c:v>34669</c:v>
                </c:pt>
                <c:pt idx="486">
                  <c:v>34700</c:v>
                </c:pt>
                <c:pt idx="487">
                  <c:v>34731</c:v>
                </c:pt>
                <c:pt idx="488">
                  <c:v>34759</c:v>
                </c:pt>
                <c:pt idx="489">
                  <c:v>34790</c:v>
                </c:pt>
                <c:pt idx="490">
                  <c:v>34820</c:v>
                </c:pt>
                <c:pt idx="491">
                  <c:v>34851</c:v>
                </c:pt>
                <c:pt idx="492">
                  <c:v>34881</c:v>
                </c:pt>
                <c:pt idx="493">
                  <c:v>34912</c:v>
                </c:pt>
                <c:pt idx="494">
                  <c:v>34943</c:v>
                </c:pt>
                <c:pt idx="495">
                  <c:v>34973</c:v>
                </c:pt>
                <c:pt idx="496">
                  <c:v>35004</c:v>
                </c:pt>
                <c:pt idx="497">
                  <c:v>35034</c:v>
                </c:pt>
                <c:pt idx="498">
                  <c:v>35065</c:v>
                </c:pt>
                <c:pt idx="499">
                  <c:v>35096</c:v>
                </c:pt>
                <c:pt idx="500">
                  <c:v>35125</c:v>
                </c:pt>
                <c:pt idx="501">
                  <c:v>35156</c:v>
                </c:pt>
                <c:pt idx="502">
                  <c:v>35186</c:v>
                </c:pt>
                <c:pt idx="503">
                  <c:v>35217</c:v>
                </c:pt>
                <c:pt idx="504">
                  <c:v>35247</c:v>
                </c:pt>
                <c:pt idx="505">
                  <c:v>35278</c:v>
                </c:pt>
                <c:pt idx="506">
                  <c:v>35309</c:v>
                </c:pt>
                <c:pt idx="507">
                  <c:v>35339</c:v>
                </c:pt>
                <c:pt idx="508">
                  <c:v>35370</c:v>
                </c:pt>
                <c:pt idx="509">
                  <c:v>35400</c:v>
                </c:pt>
                <c:pt idx="510">
                  <c:v>35431</c:v>
                </c:pt>
                <c:pt idx="511">
                  <c:v>35462</c:v>
                </c:pt>
                <c:pt idx="512">
                  <c:v>35490</c:v>
                </c:pt>
                <c:pt idx="513">
                  <c:v>35521</c:v>
                </c:pt>
                <c:pt idx="514">
                  <c:v>35551</c:v>
                </c:pt>
                <c:pt idx="515">
                  <c:v>35582</c:v>
                </c:pt>
                <c:pt idx="516">
                  <c:v>35612</c:v>
                </c:pt>
                <c:pt idx="517">
                  <c:v>35643</c:v>
                </c:pt>
                <c:pt idx="518">
                  <c:v>35674</c:v>
                </c:pt>
                <c:pt idx="519">
                  <c:v>35704</c:v>
                </c:pt>
                <c:pt idx="520">
                  <c:v>35735</c:v>
                </c:pt>
                <c:pt idx="521">
                  <c:v>35765</c:v>
                </c:pt>
                <c:pt idx="522">
                  <c:v>35796</c:v>
                </c:pt>
                <c:pt idx="523">
                  <c:v>35827</c:v>
                </c:pt>
                <c:pt idx="524">
                  <c:v>35855</c:v>
                </c:pt>
                <c:pt idx="525">
                  <c:v>35886</c:v>
                </c:pt>
                <c:pt idx="526">
                  <c:v>35916</c:v>
                </c:pt>
                <c:pt idx="527">
                  <c:v>35947</c:v>
                </c:pt>
                <c:pt idx="528">
                  <c:v>35977</c:v>
                </c:pt>
                <c:pt idx="529">
                  <c:v>36008</c:v>
                </c:pt>
                <c:pt idx="530">
                  <c:v>36039</c:v>
                </c:pt>
                <c:pt idx="531">
                  <c:v>36069</c:v>
                </c:pt>
                <c:pt idx="532">
                  <c:v>36100</c:v>
                </c:pt>
                <c:pt idx="533">
                  <c:v>36130</c:v>
                </c:pt>
                <c:pt idx="534">
                  <c:v>36161</c:v>
                </c:pt>
                <c:pt idx="535">
                  <c:v>36192</c:v>
                </c:pt>
                <c:pt idx="536">
                  <c:v>36220</c:v>
                </c:pt>
                <c:pt idx="537">
                  <c:v>36251</c:v>
                </c:pt>
                <c:pt idx="538">
                  <c:v>36281</c:v>
                </c:pt>
                <c:pt idx="539">
                  <c:v>36312</c:v>
                </c:pt>
                <c:pt idx="540">
                  <c:v>36342</c:v>
                </c:pt>
                <c:pt idx="541">
                  <c:v>36373</c:v>
                </c:pt>
                <c:pt idx="542">
                  <c:v>36404</c:v>
                </c:pt>
                <c:pt idx="543">
                  <c:v>36434</c:v>
                </c:pt>
                <c:pt idx="544">
                  <c:v>36465</c:v>
                </c:pt>
                <c:pt idx="545">
                  <c:v>36495</c:v>
                </c:pt>
                <c:pt idx="546">
                  <c:v>36526</c:v>
                </c:pt>
                <c:pt idx="547">
                  <c:v>36557</c:v>
                </c:pt>
                <c:pt idx="548">
                  <c:v>36586</c:v>
                </c:pt>
                <c:pt idx="549">
                  <c:v>36617</c:v>
                </c:pt>
                <c:pt idx="550">
                  <c:v>36647</c:v>
                </c:pt>
                <c:pt idx="551">
                  <c:v>36678</c:v>
                </c:pt>
                <c:pt idx="552">
                  <c:v>36708</c:v>
                </c:pt>
                <c:pt idx="553">
                  <c:v>36739</c:v>
                </c:pt>
                <c:pt idx="554">
                  <c:v>36770</c:v>
                </c:pt>
                <c:pt idx="555">
                  <c:v>36800</c:v>
                </c:pt>
                <c:pt idx="556">
                  <c:v>36831</c:v>
                </c:pt>
                <c:pt idx="557">
                  <c:v>36861</c:v>
                </c:pt>
                <c:pt idx="558">
                  <c:v>36892</c:v>
                </c:pt>
                <c:pt idx="559">
                  <c:v>36923</c:v>
                </c:pt>
                <c:pt idx="560">
                  <c:v>36951</c:v>
                </c:pt>
                <c:pt idx="561">
                  <c:v>36982</c:v>
                </c:pt>
                <c:pt idx="562">
                  <c:v>37012</c:v>
                </c:pt>
                <c:pt idx="563">
                  <c:v>37043</c:v>
                </c:pt>
                <c:pt idx="564">
                  <c:v>37073</c:v>
                </c:pt>
                <c:pt idx="565">
                  <c:v>37104</c:v>
                </c:pt>
                <c:pt idx="566">
                  <c:v>37135</c:v>
                </c:pt>
                <c:pt idx="567">
                  <c:v>37165</c:v>
                </c:pt>
                <c:pt idx="568">
                  <c:v>37196</c:v>
                </c:pt>
                <c:pt idx="569">
                  <c:v>37226</c:v>
                </c:pt>
                <c:pt idx="570">
                  <c:v>37257</c:v>
                </c:pt>
                <c:pt idx="571">
                  <c:v>37288</c:v>
                </c:pt>
                <c:pt idx="572">
                  <c:v>37316</c:v>
                </c:pt>
                <c:pt idx="573">
                  <c:v>37347</c:v>
                </c:pt>
                <c:pt idx="574">
                  <c:v>37377</c:v>
                </c:pt>
                <c:pt idx="575">
                  <c:v>37408</c:v>
                </c:pt>
                <c:pt idx="576">
                  <c:v>37438</c:v>
                </c:pt>
                <c:pt idx="577">
                  <c:v>37469</c:v>
                </c:pt>
                <c:pt idx="578">
                  <c:v>37500</c:v>
                </c:pt>
                <c:pt idx="579">
                  <c:v>37530</c:v>
                </c:pt>
                <c:pt idx="580">
                  <c:v>37561</c:v>
                </c:pt>
                <c:pt idx="581">
                  <c:v>37591</c:v>
                </c:pt>
                <c:pt idx="582">
                  <c:v>37622</c:v>
                </c:pt>
                <c:pt idx="583">
                  <c:v>37653</c:v>
                </c:pt>
                <c:pt idx="584">
                  <c:v>37681</c:v>
                </c:pt>
                <c:pt idx="585">
                  <c:v>37712</c:v>
                </c:pt>
                <c:pt idx="586">
                  <c:v>37742</c:v>
                </c:pt>
                <c:pt idx="587">
                  <c:v>37773</c:v>
                </c:pt>
                <c:pt idx="588">
                  <c:v>37803</c:v>
                </c:pt>
                <c:pt idx="589">
                  <c:v>37834</c:v>
                </c:pt>
                <c:pt idx="590">
                  <c:v>37865</c:v>
                </c:pt>
                <c:pt idx="591">
                  <c:v>37895</c:v>
                </c:pt>
                <c:pt idx="592">
                  <c:v>37926</c:v>
                </c:pt>
                <c:pt idx="593">
                  <c:v>37956</c:v>
                </c:pt>
                <c:pt idx="594">
                  <c:v>37987</c:v>
                </c:pt>
                <c:pt idx="595">
                  <c:v>38018</c:v>
                </c:pt>
                <c:pt idx="596">
                  <c:v>38047</c:v>
                </c:pt>
                <c:pt idx="597">
                  <c:v>38078</c:v>
                </c:pt>
                <c:pt idx="598">
                  <c:v>38108</c:v>
                </c:pt>
                <c:pt idx="599">
                  <c:v>38139</c:v>
                </c:pt>
                <c:pt idx="600">
                  <c:v>38169</c:v>
                </c:pt>
                <c:pt idx="601">
                  <c:v>38200</c:v>
                </c:pt>
                <c:pt idx="602">
                  <c:v>38231</c:v>
                </c:pt>
                <c:pt idx="603">
                  <c:v>38261</c:v>
                </c:pt>
                <c:pt idx="604">
                  <c:v>38292</c:v>
                </c:pt>
                <c:pt idx="605">
                  <c:v>38322</c:v>
                </c:pt>
                <c:pt idx="606">
                  <c:v>38353</c:v>
                </c:pt>
                <c:pt idx="607">
                  <c:v>38384</c:v>
                </c:pt>
                <c:pt idx="608">
                  <c:v>38412</c:v>
                </c:pt>
                <c:pt idx="609">
                  <c:v>38443</c:v>
                </c:pt>
                <c:pt idx="610">
                  <c:v>38473</c:v>
                </c:pt>
                <c:pt idx="611">
                  <c:v>38504</c:v>
                </c:pt>
                <c:pt idx="612">
                  <c:v>38534</c:v>
                </c:pt>
                <c:pt idx="613">
                  <c:v>38565</c:v>
                </c:pt>
                <c:pt idx="614">
                  <c:v>38596</c:v>
                </c:pt>
                <c:pt idx="615">
                  <c:v>38626</c:v>
                </c:pt>
                <c:pt idx="616">
                  <c:v>38657</c:v>
                </c:pt>
                <c:pt idx="617">
                  <c:v>38687</c:v>
                </c:pt>
                <c:pt idx="618">
                  <c:v>38718</c:v>
                </c:pt>
                <c:pt idx="619">
                  <c:v>38749</c:v>
                </c:pt>
                <c:pt idx="620">
                  <c:v>38777</c:v>
                </c:pt>
                <c:pt idx="621">
                  <c:v>38808</c:v>
                </c:pt>
                <c:pt idx="622">
                  <c:v>38838</c:v>
                </c:pt>
                <c:pt idx="623">
                  <c:v>38869</c:v>
                </c:pt>
                <c:pt idx="624">
                  <c:v>38899</c:v>
                </c:pt>
                <c:pt idx="625">
                  <c:v>38930</c:v>
                </c:pt>
                <c:pt idx="626">
                  <c:v>38961</c:v>
                </c:pt>
                <c:pt idx="627">
                  <c:v>38991</c:v>
                </c:pt>
                <c:pt idx="628">
                  <c:v>39022</c:v>
                </c:pt>
                <c:pt idx="629">
                  <c:v>39052</c:v>
                </c:pt>
                <c:pt idx="630">
                  <c:v>39083</c:v>
                </c:pt>
                <c:pt idx="631">
                  <c:v>39114</c:v>
                </c:pt>
                <c:pt idx="632">
                  <c:v>39142</c:v>
                </c:pt>
                <c:pt idx="633">
                  <c:v>39173</c:v>
                </c:pt>
                <c:pt idx="634">
                  <c:v>39203</c:v>
                </c:pt>
                <c:pt idx="635">
                  <c:v>39234</c:v>
                </c:pt>
                <c:pt idx="636">
                  <c:v>39264</c:v>
                </c:pt>
                <c:pt idx="637">
                  <c:v>39295</c:v>
                </c:pt>
                <c:pt idx="638">
                  <c:v>39326</c:v>
                </c:pt>
                <c:pt idx="639">
                  <c:v>39356</c:v>
                </c:pt>
                <c:pt idx="640">
                  <c:v>39387</c:v>
                </c:pt>
                <c:pt idx="641">
                  <c:v>39417</c:v>
                </c:pt>
                <c:pt idx="642">
                  <c:v>39448</c:v>
                </c:pt>
                <c:pt idx="643">
                  <c:v>39479</c:v>
                </c:pt>
                <c:pt idx="644">
                  <c:v>39508</c:v>
                </c:pt>
                <c:pt idx="645">
                  <c:v>39539</c:v>
                </c:pt>
                <c:pt idx="646">
                  <c:v>39569</c:v>
                </c:pt>
                <c:pt idx="647">
                  <c:v>39600</c:v>
                </c:pt>
                <c:pt idx="648">
                  <c:v>39630</c:v>
                </c:pt>
                <c:pt idx="649">
                  <c:v>39661</c:v>
                </c:pt>
                <c:pt idx="650">
                  <c:v>39692</c:v>
                </c:pt>
                <c:pt idx="651">
                  <c:v>39722</c:v>
                </c:pt>
                <c:pt idx="652">
                  <c:v>39753</c:v>
                </c:pt>
                <c:pt idx="653">
                  <c:v>39783</c:v>
                </c:pt>
                <c:pt idx="654">
                  <c:v>39814</c:v>
                </c:pt>
                <c:pt idx="655">
                  <c:v>39845</c:v>
                </c:pt>
                <c:pt idx="656">
                  <c:v>39873</c:v>
                </c:pt>
                <c:pt idx="657">
                  <c:v>39904</c:v>
                </c:pt>
                <c:pt idx="658">
                  <c:v>39934</c:v>
                </c:pt>
                <c:pt idx="659">
                  <c:v>39965</c:v>
                </c:pt>
                <c:pt idx="660">
                  <c:v>39995</c:v>
                </c:pt>
                <c:pt idx="661">
                  <c:v>40026</c:v>
                </c:pt>
                <c:pt idx="662">
                  <c:v>40057</c:v>
                </c:pt>
                <c:pt idx="663">
                  <c:v>40087</c:v>
                </c:pt>
                <c:pt idx="664">
                  <c:v>40118</c:v>
                </c:pt>
                <c:pt idx="665">
                  <c:v>40148</c:v>
                </c:pt>
                <c:pt idx="666">
                  <c:v>40179</c:v>
                </c:pt>
                <c:pt idx="667">
                  <c:v>40210</c:v>
                </c:pt>
                <c:pt idx="668">
                  <c:v>40238</c:v>
                </c:pt>
                <c:pt idx="669">
                  <c:v>40269</c:v>
                </c:pt>
                <c:pt idx="670">
                  <c:v>40299</c:v>
                </c:pt>
                <c:pt idx="671">
                  <c:v>40330</c:v>
                </c:pt>
                <c:pt idx="672">
                  <c:v>40360</c:v>
                </c:pt>
                <c:pt idx="673">
                  <c:v>40391</c:v>
                </c:pt>
                <c:pt idx="674">
                  <c:v>40422</c:v>
                </c:pt>
                <c:pt idx="675">
                  <c:v>40452</c:v>
                </c:pt>
                <c:pt idx="676">
                  <c:v>40483</c:v>
                </c:pt>
                <c:pt idx="677">
                  <c:v>40513</c:v>
                </c:pt>
                <c:pt idx="678">
                  <c:v>40544</c:v>
                </c:pt>
                <c:pt idx="679">
                  <c:v>40575</c:v>
                </c:pt>
                <c:pt idx="680">
                  <c:v>40603</c:v>
                </c:pt>
                <c:pt idx="681">
                  <c:v>40634</c:v>
                </c:pt>
                <c:pt idx="682">
                  <c:v>40664</c:v>
                </c:pt>
                <c:pt idx="683">
                  <c:v>40695</c:v>
                </c:pt>
                <c:pt idx="684">
                  <c:v>40725</c:v>
                </c:pt>
                <c:pt idx="685">
                  <c:v>40756</c:v>
                </c:pt>
                <c:pt idx="686">
                  <c:v>40787</c:v>
                </c:pt>
                <c:pt idx="687">
                  <c:v>40817</c:v>
                </c:pt>
                <c:pt idx="688">
                  <c:v>40848</c:v>
                </c:pt>
                <c:pt idx="689">
                  <c:v>40878</c:v>
                </c:pt>
                <c:pt idx="690">
                  <c:v>40909</c:v>
                </c:pt>
                <c:pt idx="691">
                  <c:v>40940</c:v>
                </c:pt>
                <c:pt idx="692">
                  <c:v>40969</c:v>
                </c:pt>
                <c:pt idx="693">
                  <c:v>41000</c:v>
                </c:pt>
                <c:pt idx="694">
                  <c:v>41030</c:v>
                </c:pt>
                <c:pt idx="695">
                  <c:v>41061</c:v>
                </c:pt>
                <c:pt idx="696">
                  <c:v>41091</c:v>
                </c:pt>
                <c:pt idx="697">
                  <c:v>41122</c:v>
                </c:pt>
                <c:pt idx="698">
                  <c:v>41153</c:v>
                </c:pt>
                <c:pt idx="699">
                  <c:v>41183</c:v>
                </c:pt>
                <c:pt idx="700">
                  <c:v>41214</c:v>
                </c:pt>
                <c:pt idx="701">
                  <c:v>41244</c:v>
                </c:pt>
                <c:pt idx="702">
                  <c:v>41275</c:v>
                </c:pt>
                <c:pt idx="703">
                  <c:v>41306</c:v>
                </c:pt>
                <c:pt idx="704">
                  <c:v>41334</c:v>
                </c:pt>
                <c:pt idx="705">
                  <c:v>41365</c:v>
                </c:pt>
                <c:pt idx="706">
                  <c:v>41395</c:v>
                </c:pt>
                <c:pt idx="707">
                  <c:v>41426</c:v>
                </c:pt>
                <c:pt idx="708">
                  <c:v>41456</c:v>
                </c:pt>
                <c:pt idx="709">
                  <c:v>41487</c:v>
                </c:pt>
                <c:pt idx="710">
                  <c:v>41518</c:v>
                </c:pt>
                <c:pt idx="711">
                  <c:v>41548</c:v>
                </c:pt>
                <c:pt idx="712">
                  <c:v>41579</c:v>
                </c:pt>
                <c:pt idx="713">
                  <c:v>41609</c:v>
                </c:pt>
                <c:pt idx="714">
                  <c:v>41640</c:v>
                </c:pt>
                <c:pt idx="715">
                  <c:v>41671</c:v>
                </c:pt>
                <c:pt idx="716">
                  <c:v>41699</c:v>
                </c:pt>
                <c:pt idx="717">
                  <c:v>41730</c:v>
                </c:pt>
                <c:pt idx="718">
                  <c:v>41760</c:v>
                </c:pt>
                <c:pt idx="719">
                  <c:v>41791</c:v>
                </c:pt>
                <c:pt idx="720">
                  <c:v>41821</c:v>
                </c:pt>
                <c:pt idx="721">
                  <c:v>41852</c:v>
                </c:pt>
                <c:pt idx="722">
                  <c:v>41883</c:v>
                </c:pt>
                <c:pt idx="723">
                  <c:v>41913</c:v>
                </c:pt>
                <c:pt idx="724">
                  <c:v>41944</c:v>
                </c:pt>
                <c:pt idx="725">
                  <c:v>41974</c:v>
                </c:pt>
                <c:pt idx="726">
                  <c:v>42005</c:v>
                </c:pt>
                <c:pt idx="727">
                  <c:v>42036</c:v>
                </c:pt>
                <c:pt idx="728">
                  <c:v>42064</c:v>
                </c:pt>
                <c:pt idx="729">
                  <c:v>42095</c:v>
                </c:pt>
                <c:pt idx="730">
                  <c:v>42125</c:v>
                </c:pt>
                <c:pt idx="731">
                  <c:v>42156</c:v>
                </c:pt>
                <c:pt idx="732">
                  <c:v>42186</c:v>
                </c:pt>
                <c:pt idx="733">
                  <c:v>42217</c:v>
                </c:pt>
                <c:pt idx="734">
                  <c:v>42248</c:v>
                </c:pt>
                <c:pt idx="735">
                  <c:v>42278</c:v>
                </c:pt>
                <c:pt idx="736">
                  <c:v>42309</c:v>
                </c:pt>
                <c:pt idx="737">
                  <c:v>42339</c:v>
                </c:pt>
                <c:pt idx="738">
                  <c:v>42370</c:v>
                </c:pt>
                <c:pt idx="739">
                  <c:v>42401</c:v>
                </c:pt>
                <c:pt idx="740">
                  <c:v>42430</c:v>
                </c:pt>
                <c:pt idx="741">
                  <c:v>42461</c:v>
                </c:pt>
                <c:pt idx="742">
                  <c:v>42491</c:v>
                </c:pt>
                <c:pt idx="743">
                  <c:v>42522</c:v>
                </c:pt>
                <c:pt idx="744">
                  <c:v>42552</c:v>
                </c:pt>
                <c:pt idx="745">
                  <c:v>42583</c:v>
                </c:pt>
                <c:pt idx="746">
                  <c:v>42614</c:v>
                </c:pt>
                <c:pt idx="747">
                  <c:v>42644</c:v>
                </c:pt>
                <c:pt idx="748">
                  <c:v>42675</c:v>
                </c:pt>
                <c:pt idx="749">
                  <c:v>42705</c:v>
                </c:pt>
                <c:pt idx="750">
                  <c:v>42736</c:v>
                </c:pt>
                <c:pt idx="751">
                  <c:v>42767</c:v>
                </c:pt>
                <c:pt idx="752">
                  <c:v>42795</c:v>
                </c:pt>
                <c:pt idx="753">
                  <c:v>42826</c:v>
                </c:pt>
                <c:pt idx="754">
                  <c:v>42856</c:v>
                </c:pt>
                <c:pt idx="755">
                  <c:v>42887</c:v>
                </c:pt>
                <c:pt idx="756">
                  <c:v>42917</c:v>
                </c:pt>
                <c:pt idx="757">
                  <c:v>42948</c:v>
                </c:pt>
                <c:pt idx="758">
                  <c:v>42979</c:v>
                </c:pt>
                <c:pt idx="759">
                  <c:v>43009</c:v>
                </c:pt>
                <c:pt idx="760">
                  <c:v>43040</c:v>
                </c:pt>
                <c:pt idx="761">
                  <c:v>43070</c:v>
                </c:pt>
                <c:pt idx="762">
                  <c:v>43101</c:v>
                </c:pt>
                <c:pt idx="763">
                  <c:v>43132</c:v>
                </c:pt>
                <c:pt idx="764">
                  <c:v>43160</c:v>
                </c:pt>
                <c:pt idx="765">
                  <c:v>43191</c:v>
                </c:pt>
                <c:pt idx="766">
                  <c:v>43221</c:v>
                </c:pt>
                <c:pt idx="767">
                  <c:v>43252</c:v>
                </c:pt>
                <c:pt idx="768">
                  <c:v>43282</c:v>
                </c:pt>
                <c:pt idx="769">
                  <c:v>43313</c:v>
                </c:pt>
                <c:pt idx="770">
                  <c:v>43344</c:v>
                </c:pt>
                <c:pt idx="771">
                  <c:v>43374</c:v>
                </c:pt>
                <c:pt idx="772">
                  <c:v>43405</c:v>
                </c:pt>
                <c:pt idx="773">
                  <c:v>43435</c:v>
                </c:pt>
                <c:pt idx="774">
                  <c:v>43466</c:v>
                </c:pt>
                <c:pt idx="775">
                  <c:v>43497</c:v>
                </c:pt>
                <c:pt idx="776">
                  <c:v>43525</c:v>
                </c:pt>
                <c:pt idx="777">
                  <c:v>43556</c:v>
                </c:pt>
                <c:pt idx="778">
                  <c:v>43586</c:v>
                </c:pt>
                <c:pt idx="779">
                  <c:v>43617</c:v>
                </c:pt>
                <c:pt idx="780">
                  <c:v>43647</c:v>
                </c:pt>
                <c:pt idx="781">
                  <c:v>43678</c:v>
                </c:pt>
                <c:pt idx="782">
                  <c:v>43709</c:v>
                </c:pt>
                <c:pt idx="783">
                  <c:v>43739</c:v>
                </c:pt>
                <c:pt idx="784">
                  <c:v>43770</c:v>
                </c:pt>
                <c:pt idx="785">
                  <c:v>43800</c:v>
                </c:pt>
                <c:pt idx="786">
                  <c:v>43831</c:v>
                </c:pt>
                <c:pt idx="787">
                  <c:v>43862</c:v>
                </c:pt>
                <c:pt idx="788">
                  <c:v>43891</c:v>
                </c:pt>
                <c:pt idx="789">
                  <c:v>43922</c:v>
                </c:pt>
                <c:pt idx="790">
                  <c:v>43952</c:v>
                </c:pt>
                <c:pt idx="791">
                  <c:v>43983</c:v>
                </c:pt>
                <c:pt idx="792">
                  <c:v>44013</c:v>
                </c:pt>
                <c:pt idx="793">
                  <c:v>44044</c:v>
                </c:pt>
                <c:pt idx="794">
                  <c:v>44075</c:v>
                </c:pt>
                <c:pt idx="795">
                  <c:v>44105</c:v>
                </c:pt>
                <c:pt idx="796">
                  <c:v>44136</c:v>
                </c:pt>
                <c:pt idx="797">
                  <c:v>44166</c:v>
                </c:pt>
                <c:pt idx="798">
                  <c:v>44197</c:v>
                </c:pt>
                <c:pt idx="799">
                  <c:v>44228</c:v>
                </c:pt>
                <c:pt idx="800">
                  <c:v>44256</c:v>
                </c:pt>
                <c:pt idx="801">
                  <c:v>44287</c:v>
                </c:pt>
                <c:pt idx="802">
                  <c:v>44317</c:v>
                </c:pt>
                <c:pt idx="803">
                  <c:v>44348</c:v>
                </c:pt>
                <c:pt idx="804">
                  <c:v>44378</c:v>
                </c:pt>
                <c:pt idx="805">
                  <c:v>44409</c:v>
                </c:pt>
                <c:pt idx="806">
                  <c:v>44440</c:v>
                </c:pt>
                <c:pt idx="807">
                  <c:v>44470</c:v>
                </c:pt>
                <c:pt idx="808">
                  <c:v>44501</c:v>
                </c:pt>
                <c:pt idx="809">
                  <c:v>44531</c:v>
                </c:pt>
                <c:pt idx="810">
                  <c:v>44562</c:v>
                </c:pt>
                <c:pt idx="811">
                  <c:v>44593</c:v>
                </c:pt>
                <c:pt idx="812">
                  <c:v>44621</c:v>
                </c:pt>
                <c:pt idx="813">
                  <c:v>44652</c:v>
                </c:pt>
                <c:pt idx="814">
                  <c:v>44682</c:v>
                </c:pt>
                <c:pt idx="815">
                  <c:v>44713</c:v>
                </c:pt>
                <c:pt idx="816">
                  <c:v>44743</c:v>
                </c:pt>
                <c:pt idx="817">
                  <c:v>44774</c:v>
                </c:pt>
                <c:pt idx="818">
                  <c:v>44805</c:v>
                </c:pt>
                <c:pt idx="819">
                  <c:v>44835</c:v>
                </c:pt>
                <c:pt idx="820">
                  <c:v>44866</c:v>
                </c:pt>
                <c:pt idx="821">
                  <c:v>44896</c:v>
                </c:pt>
                <c:pt idx="822">
                  <c:v>44927</c:v>
                </c:pt>
                <c:pt idx="823">
                  <c:v>44958</c:v>
                </c:pt>
                <c:pt idx="824">
                  <c:v>44986</c:v>
                </c:pt>
                <c:pt idx="825">
                  <c:v>45017</c:v>
                </c:pt>
                <c:pt idx="826">
                  <c:v>45047</c:v>
                </c:pt>
                <c:pt idx="827">
                  <c:v>45078</c:v>
                </c:pt>
                <c:pt idx="828">
                  <c:v>45108</c:v>
                </c:pt>
                <c:pt idx="829">
                  <c:v>45139</c:v>
                </c:pt>
                <c:pt idx="830">
                  <c:v>45170</c:v>
                </c:pt>
                <c:pt idx="831">
                  <c:v>45200</c:v>
                </c:pt>
                <c:pt idx="832">
                  <c:v>45231</c:v>
                </c:pt>
                <c:pt idx="833">
                  <c:v>45261</c:v>
                </c:pt>
                <c:pt idx="834">
                  <c:v>45292</c:v>
                </c:pt>
                <c:pt idx="835">
                  <c:v>45323</c:v>
                </c:pt>
                <c:pt idx="836">
                  <c:v>45352</c:v>
                </c:pt>
                <c:pt idx="837">
                  <c:v>45383</c:v>
                </c:pt>
                <c:pt idx="838">
                  <c:v>45413</c:v>
                </c:pt>
                <c:pt idx="839">
                  <c:v>45444</c:v>
                </c:pt>
                <c:pt idx="840">
                  <c:v>45474</c:v>
                </c:pt>
                <c:pt idx="841">
                  <c:v>45505</c:v>
                </c:pt>
                <c:pt idx="842">
                  <c:v>45536</c:v>
                </c:pt>
                <c:pt idx="843">
                  <c:v>45566</c:v>
                </c:pt>
                <c:pt idx="844">
                  <c:v>45597</c:v>
                </c:pt>
                <c:pt idx="845">
                  <c:v>45627</c:v>
                </c:pt>
                <c:pt idx="846">
                  <c:v>45658</c:v>
                </c:pt>
                <c:pt idx="847">
                  <c:v>45689</c:v>
                </c:pt>
                <c:pt idx="848">
                  <c:v>45717</c:v>
                </c:pt>
                <c:pt idx="849">
                  <c:v>45748</c:v>
                </c:pt>
                <c:pt idx="850">
                  <c:v>45778</c:v>
                </c:pt>
                <c:pt idx="851">
                  <c:v>45809</c:v>
                </c:pt>
                <c:pt idx="852">
                  <c:v>45839</c:v>
                </c:pt>
                <c:pt idx="853">
                  <c:v>45870</c:v>
                </c:pt>
                <c:pt idx="854">
                  <c:v>45901</c:v>
                </c:pt>
                <c:pt idx="855">
                  <c:v>45931</c:v>
                </c:pt>
                <c:pt idx="856">
                  <c:v>45962</c:v>
                </c:pt>
                <c:pt idx="857">
                  <c:v>45992</c:v>
                </c:pt>
                <c:pt idx="858">
                  <c:v>46023</c:v>
                </c:pt>
                <c:pt idx="859">
                  <c:v>46054</c:v>
                </c:pt>
                <c:pt idx="860">
                  <c:v>46082</c:v>
                </c:pt>
                <c:pt idx="861">
                  <c:v>46113</c:v>
                </c:pt>
              </c:numCache>
            </c:numRef>
          </c:cat>
          <c:val>
            <c:numRef>
              <c:f>line!$C$5:$C$866</c:f>
              <c:numCache>
                <c:formatCode>0.00</c:formatCode>
                <c:ptCount val="862"/>
                <c:pt idx="0">
                  <c:v>0.8</c:v>
                </c:pt>
                <c:pt idx="1">
                  <c:v>1.22</c:v>
                </c:pt>
                <c:pt idx="2">
                  <c:v>1.07</c:v>
                </c:pt>
                <c:pt idx="3">
                  <c:v>0.85</c:v>
                </c:pt>
                <c:pt idx="4">
                  <c:v>0.83</c:v>
                </c:pt>
                <c:pt idx="5">
                  <c:v>1.28</c:v>
                </c:pt>
                <c:pt idx="6">
                  <c:v>1.39</c:v>
                </c:pt>
                <c:pt idx="7">
                  <c:v>1.29</c:v>
                </c:pt>
                <c:pt idx="8">
                  <c:v>1.35</c:v>
                </c:pt>
                <c:pt idx="9">
                  <c:v>1.43</c:v>
                </c:pt>
                <c:pt idx="10">
                  <c:v>1.43</c:v>
                </c:pt>
                <c:pt idx="11">
                  <c:v>1.64</c:v>
                </c:pt>
                <c:pt idx="12">
                  <c:v>1.68</c:v>
                </c:pt>
                <c:pt idx="13">
                  <c:v>1.96</c:v>
                </c:pt>
                <c:pt idx="14">
                  <c:v>2.1800000000000002</c:v>
                </c:pt>
                <c:pt idx="15">
                  <c:v>2.2400000000000002</c:v>
                </c:pt>
                <c:pt idx="16">
                  <c:v>2.35</c:v>
                </c:pt>
                <c:pt idx="17">
                  <c:v>2.48</c:v>
                </c:pt>
                <c:pt idx="18">
                  <c:v>2.4500000000000002</c:v>
                </c:pt>
                <c:pt idx="19">
                  <c:v>2.5</c:v>
                </c:pt>
                <c:pt idx="20">
                  <c:v>2.5</c:v>
                </c:pt>
                <c:pt idx="21">
                  <c:v>2.62</c:v>
                </c:pt>
                <c:pt idx="22">
                  <c:v>2.75</c:v>
                </c:pt>
                <c:pt idx="23">
                  <c:v>2.71</c:v>
                </c:pt>
                <c:pt idx="24">
                  <c:v>2.75</c:v>
                </c:pt>
                <c:pt idx="25">
                  <c:v>2.73</c:v>
                </c:pt>
                <c:pt idx="26">
                  <c:v>2.95</c:v>
                </c:pt>
                <c:pt idx="27">
                  <c:v>2.96</c:v>
                </c:pt>
                <c:pt idx="28">
                  <c:v>2.88</c:v>
                </c:pt>
                <c:pt idx="29">
                  <c:v>2.94</c:v>
                </c:pt>
                <c:pt idx="30">
                  <c:v>2.84</c:v>
                </c:pt>
                <c:pt idx="31">
                  <c:v>3</c:v>
                </c:pt>
                <c:pt idx="32">
                  <c:v>2.96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2.99</c:v>
                </c:pt>
                <c:pt idx="37">
                  <c:v>3.24</c:v>
                </c:pt>
                <c:pt idx="38">
                  <c:v>3.47</c:v>
                </c:pt>
                <c:pt idx="39">
                  <c:v>3.5</c:v>
                </c:pt>
                <c:pt idx="40">
                  <c:v>3.28</c:v>
                </c:pt>
                <c:pt idx="41">
                  <c:v>2.98</c:v>
                </c:pt>
                <c:pt idx="42">
                  <c:v>2.72</c:v>
                </c:pt>
                <c:pt idx="43">
                  <c:v>1.67</c:v>
                </c:pt>
                <c:pt idx="44">
                  <c:v>1.2</c:v>
                </c:pt>
                <c:pt idx="45">
                  <c:v>1.26</c:v>
                </c:pt>
                <c:pt idx="46">
                  <c:v>0.63</c:v>
                </c:pt>
                <c:pt idx="47">
                  <c:v>0.93</c:v>
                </c:pt>
                <c:pt idx="48">
                  <c:v>0.68</c:v>
                </c:pt>
                <c:pt idx="49">
                  <c:v>1.53</c:v>
                </c:pt>
                <c:pt idx="50">
                  <c:v>1.76</c:v>
                </c:pt>
                <c:pt idx="51">
                  <c:v>1.8</c:v>
                </c:pt>
                <c:pt idx="52">
                  <c:v>2.27</c:v>
                </c:pt>
                <c:pt idx="53">
                  <c:v>2.42</c:v>
                </c:pt>
                <c:pt idx="54">
                  <c:v>2.48</c:v>
                </c:pt>
                <c:pt idx="55">
                  <c:v>2.4300000000000002</c:v>
                </c:pt>
                <c:pt idx="56">
                  <c:v>2.8</c:v>
                </c:pt>
                <c:pt idx="57">
                  <c:v>2.96</c:v>
                </c:pt>
                <c:pt idx="58">
                  <c:v>2.9</c:v>
                </c:pt>
                <c:pt idx="59">
                  <c:v>3.39</c:v>
                </c:pt>
                <c:pt idx="60">
                  <c:v>3.47</c:v>
                </c:pt>
                <c:pt idx="61">
                  <c:v>3.5</c:v>
                </c:pt>
                <c:pt idx="62">
                  <c:v>3.76</c:v>
                </c:pt>
                <c:pt idx="63">
                  <c:v>3.98</c:v>
                </c:pt>
                <c:pt idx="64">
                  <c:v>4</c:v>
                </c:pt>
                <c:pt idx="65">
                  <c:v>3.99</c:v>
                </c:pt>
                <c:pt idx="66">
                  <c:v>3.99</c:v>
                </c:pt>
                <c:pt idx="67">
                  <c:v>3.97</c:v>
                </c:pt>
                <c:pt idx="68">
                  <c:v>3.84</c:v>
                </c:pt>
                <c:pt idx="69">
                  <c:v>3.92</c:v>
                </c:pt>
                <c:pt idx="70">
                  <c:v>3.85</c:v>
                </c:pt>
                <c:pt idx="71">
                  <c:v>3.32</c:v>
                </c:pt>
                <c:pt idx="72">
                  <c:v>3.23</c:v>
                </c:pt>
                <c:pt idx="73">
                  <c:v>2.98</c:v>
                </c:pt>
                <c:pt idx="74">
                  <c:v>2.6</c:v>
                </c:pt>
                <c:pt idx="75">
                  <c:v>2.4700000000000002</c:v>
                </c:pt>
                <c:pt idx="76">
                  <c:v>2.44</c:v>
                </c:pt>
                <c:pt idx="77">
                  <c:v>1.98</c:v>
                </c:pt>
                <c:pt idx="78">
                  <c:v>1.45</c:v>
                </c:pt>
                <c:pt idx="79">
                  <c:v>2.54</c:v>
                </c:pt>
                <c:pt idx="80">
                  <c:v>2.02</c:v>
                </c:pt>
                <c:pt idx="81">
                  <c:v>1.49</c:v>
                </c:pt>
                <c:pt idx="82">
                  <c:v>1.98</c:v>
                </c:pt>
                <c:pt idx="83">
                  <c:v>1.73</c:v>
                </c:pt>
                <c:pt idx="84">
                  <c:v>1.17</c:v>
                </c:pt>
                <c:pt idx="85">
                  <c:v>2</c:v>
                </c:pt>
                <c:pt idx="86">
                  <c:v>1.88</c:v>
                </c:pt>
                <c:pt idx="87">
                  <c:v>2.2599999999999998</c:v>
                </c:pt>
                <c:pt idx="88">
                  <c:v>2.61</c:v>
                </c:pt>
                <c:pt idx="89">
                  <c:v>2.33</c:v>
                </c:pt>
                <c:pt idx="90">
                  <c:v>2.15</c:v>
                </c:pt>
                <c:pt idx="91">
                  <c:v>2.37</c:v>
                </c:pt>
                <c:pt idx="92">
                  <c:v>2.85</c:v>
                </c:pt>
                <c:pt idx="93">
                  <c:v>2.78</c:v>
                </c:pt>
                <c:pt idx="94">
                  <c:v>2.36</c:v>
                </c:pt>
                <c:pt idx="95">
                  <c:v>2.68</c:v>
                </c:pt>
                <c:pt idx="96">
                  <c:v>2.71</c:v>
                </c:pt>
                <c:pt idx="97">
                  <c:v>2.93</c:v>
                </c:pt>
                <c:pt idx="98">
                  <c:v>2.9</c:v>
                </c:pt>
                <c:pt idx="99">
                  <c:v>2.9</c:v>
                </c:pt>
                <c:pt idx="100">
                  <c:v>2.94</c:v>
                </c:pt>
                <c:pt idx="101">
                  <c:v>2.93</c:v>
                </c:pt>
                <c:pt idx="102">
                  <c:v>2.92</c:v>
                </c:pt>
                <c:pt idx="103">
                  <c:v>3</c:v>
                </c:pt>
                <c:pt idx="104">
                  <c:v>2.98</c:v>
                </c:pt>
                <c:pt idx="105">
                  <c:v>2.9</c:v>
                </c:pt>
                <c:pt idx="106">
                  <c:v>3</c:v>
                </c:pt>
                <c:pt idx="107">
                  <c:v>2.99</c:v>
                </c:pt>
                <c:pt idx="108">
                  <c:v>3.02</c:v>
                </c:pt>
                <c:pt idx="109">
                  <c:v>3.49</c:v>
                </c:pt>
                <c:pt idx="110">
                  <c:v>3.48</c:v>
                </c:pt>
                <c:pt idx="111">
                  <c:v>3.5</c:v>
                </c:pt>
                <c:pt idx="112">
                  <c:v>3.48</c:v>
                </c:pt>
                <c:pt idx="113">
                  <c:v>3.38</c:v>
                </c:pt>
                <c:pt idx="114">
                  <c:v>3.48</c:v>
                </c:pt>
                <c:pt idx="115">
                  <c:v>3.48</c:v>
                </c:pt>
                <c:pt idx="116">
                  <c:v>3.43</c:v>
                </c:pt>
                <c:pt idx="117">
                  <c:v>3.47</c:v>
                </c:pt>
                <c:pt idx="118">
                  <c:v>3.5</c:v>
                </c:pt>
                <c:pt idx="119">
                  <c:v>3.5</c:v>
                </c:pt>
                <c:pt idx="120">
                  <c:v>3.42</c:v>
                </c:pt>
                <c:pt idx="121">
                  <c:v>3.5</c:v>
                </c:pt>
                <c:pt idx="122">
                  <c:v>3.45</c:v>
                </c:pt>
                <c:pt idx="123">
                  <c:v>3.36</c:v>
                </c:pt>
                <c:pt idx="124">
                  <c:v>3.52</c:v>
                </c:pt>
                <c:pt idx="125">
                  <c:v>3.85</c:v>
                </c:pt>
                <c:pt idx="126">
                  <c:v>3.9</c:v>
                </c:pt>
                <c:pt idx="127">
                  <c:v>3.98</c:v>
                </c:pt>
                <c:pt idx="128">
                  <c:v>4.05</c:v>
                </c:pt>
                <c:pt idx="129">
                  <c:v>4.09</c:v>
                </c:pt>
                <c:pt idx="130">
                  <c:v>4.0999999999999996</c:v>
                </c:pt>
                <c:pt idx="131">
                  <c:v>4.05</c:v>
                </c:pt>
                <c:pt idx="132">
                  <c:v>4.09</c:v>
                </c:pt>
                <c:pt idx="133">
                  <c:v>4.12</c:v>
                </c:pt>
                <c:pt idx="134">
                  <c:v>4.0199999999999996</c:v>
                </c:pt>
                <c:pt idx="135">
                  <c:v>4.08</c:v>
                </c:pt>
                <c:pt idx="136">
                  <c:v>4.0999999999999996</c:v>
                </c:pt>
                <c:pt idx="137">
                  <c:v>4.32</c:v>
                </c:pt>
                <c:pt idx="138">
                  <c:v>4.42</c:v>
                </c:pt>
                <c:pt idx="139">
                  <c:v>4.5999999999999996</c:v>
                </c:pt>
                <c:pt idx="140">
                  <c:v>4.66</c:v>
                </c:pt>
                <c:pt idx="141">
                  <c:v>4.67</c:v>
                </c:pt>
                <c:pt idx="142">
                  <c:v>4.9000000000000004</c:v>
                </c:pt>
                <c:pt idx="143">
                  <c:v>5.17</c:v>
                </c:pt>
                <c:pt idx="144">
                  <c:v>5.3</c:v>
                </c:pt>
                <c:pt idx="145">
                  <c:v>5.53</c:v>
                </c:pt>
                <c:pt idx="146">
                  <c:v>5.4</c:v>
                </c:pt>
                <c:pt idx="147">
                  <c:v>5.53</c:v>
                </c:pt>
                <c:pt idx="148">
                  <c:v>5.76</c:v>
                </c:pt>
                <c:pt idx="149">
                  <c:v>5.4</c:v>
                </c:pt>
                <c:pt idx="150">
                  <c:v>4.9400000000000004</c:v>
                </c:pt>
                <c:pt idx="151">
                  <c:v>5</c:v>
                </c:pt>
                <c:pt idx="152">
                  <c:v>4.53</c:v>
                </c:pt>
                <c:pt idx="153">
                  <c:v>4.05</c:v>
                </c:pt>
                <c:pt idx="154">
                  <c:v>3.94</c:v>
                </c:pt>
                <c:pt idx="155">
                  <c:v>3.98</c:v>
                </c:pt>
                <c:pt idx="156">
                  <c:v>3.79</c:v>
                </c:pt>
                <c:pt idx="157">
                  <c:v>3.9</c:v>
                </c:pt>
                <c:pt idx="158">
                  <c:v>3.99</c:v>
                </c:pt>
                <c:pt idx="159">
                  <c:v>3.88</c:v>
                </c:pt>
                <c:pt idx="160">
                  <c:v>4.13</c:v>
                </c:pt>
                <c:pt idx="161">
                  <c:v>4.51</c:v>
                </c:pt>
                <c:pt idx="162">
                  <c:v>4.6100000000000003</c:v>
                </c:pt>
                <c:pt idx="163">
                  <c:v>4.71</c:v>
                </c:pt>
                <c:pt idx="164">
                  <c:v>5.05</c:v>
                </c:pt>
                <c:pt idx="165">
                  <c:v>5.76</c:v>
                </c:pt>
                <c:pt idx="166">
                  <c:v>6.12</c:v>
                </c:pt>
                <c:pt idx="167">
                  <c:v>6.07</c:v>
                </c:pt>
                <c:pt idx="168">
                  <c:v>6.03</c:v>
                </c:pt>
                <c:pt idx="169">
                  <c:v>6.03</c:v>
                </c:pt>
                <c:pt idx="170">
                  <c:v>5.78</c:v>
                </c:pt>
                <c:pt idx="171">
                  <c:v>5.91</c:v>
                </c:pt>
                <c:pt idx="172">
                  <c:v>5.82</c:v>
                </c:pt>
                <c:pt idx="173">
                  <c:v>6.02</c:v>
                </c:pt>
                <c:pt idx="174">
                  <c:v>6.3</c:v>
                </c:pt>
                <c:pt idx="175">
                  <c:v>6.61</c:v>
                </c:pt>
                <c:pt idx="176">
                  <c:v>6.79</c:v>
                </c:pt>
                <c:pt idx="177">
                  <c:v>7.41</c:v>
                </c:pt>
                <c:pt idx="178">
                  <c:v>8.67</c:v>
                </c:pt>
                <c:pt idx="179">
                  <c:v>8.9</c:v>
                </c:pt>
                <c:pt idx="180">
                  <c:v>8.61</c:v>
                </c:pt>
                <c:pt idx="181">
                  <c:v>9.19</c:v>
                </c:pt>
                <c:pt idx="182">
                  <c:v>9.15</c:v>
                </c:pt>
                <c:pt idx="183">
                  <c:v>9</c:v>
                </c:pt>
                <c:pt idx="184">
                  <c:v>8.85</c:v>
                </c:pt>
                <c:pt idx="185">
                  <c:v>8.9700000000000006</c:v>
                </c:pt>
                <c:pt idx="186">
                  <c:v>8.98</c:v>
                </c:pt>
                <c:pt idx="187">
                  <c:v>8.98</c:v>
                </c:pt>
                <c:pt idx="188">
                  <c:v>7.76</c:v>
                </c:pt>
                <c:pt idx="189">
                  <c:v>8.1</c:v>
                </c:pt>
                <c:pt idx="190">
                  <c:v>7.95</c:v>
                </c:pt>
                <c:pt idx="191">
                  <c:v>7.61</c:v>
                </c:pt>
                <c:pt idx="192">
                  <c:v>7.21</c:v>
                </c:pt>
                <c:pt idx="193">
                  <c:v>6.62</c:v>
                </c:pt>
                <c:pt idx="194">
                  <c:v>6.29</c:v>
                </c:pt>
                <c:pt idx="195">
                  <c:v>6.2</c:v>
                </c:pt>
                <c:pt idx="196">
                  <c:v>5.6</c:v>
                </c:pt>
                <c:pt idx="197">
                  <c:v>4.9000000000000004</c:v>
                </c:pt>
                <c:pt idx="198">
                  <c:v>4.1399999999999997</c:v>
                </c:pt>
                <c:pt idx="199">
                  <c:v>3.72</c:v>
                </c:pt>
                <c:pt idx="200">
                  <c:v>3.71</c:v>
                </c:pt>
                <c:pt idx="201">
                  <c:v>4.16</c:v>
                </c:pt>
                <c:pt idx="202">
                  <c:v>4.63</c:v>
                </c:pt>
                <c:pt idx="203">
                  <c:v>4.91</c:v>
                </c:pt>
                <c:pt idx="204">
                  <c:v>5.31</c:v>
                </c:pt>
                <c:pt idx="205">
                  <c:v>5.57</c:v>
                </c:pt>
                <c:pt idx="206">
                  <c:v>5.55</c:v>
                </c:pt>
                <c:pt idx="207">
                  <c:v>5.2</c:v>
                </c:pt>
                <c:pt idx="208">
                  <c:v>4.91</c:v>
                </c:pt>
                <c:pt idx="209">
                  <c:v>4.1399999999999997</c:v>
                </c:pt>
                <c:pt idx="210">
                  <c:v>3.51</c:v>
                </c:pt>
                <c:pt idx="211">
                  <c:v>3.3</c:v>
                </c:pt>
                <c:pt idx="212">
                  <c:v>3.83</c:v>
                </c:pt>
                <c:pt idx="213">
                  <c:v>4.17</c:v>
                </c:pt>
                <c:pt idx="214">
                  <c:v>4.2699999999999996</c:v>
                </c:pt>
                <c:pt idx="215">
                  <c:v>4.46</c:v>
                </c:pt>
                <c:pt idx="216">
                  <c:v>4.55</c:v>
                </c:pt>
                <c:pt idx="217">
                  <c:v>4.8099999999999996</c:v>
                </c:pt>
                <c:pt idx="218">
                  <c:v>4.87</c:v>
                </c:pt>
                <c:pt idx="219">
                  <c:v>5.05</c:v>
                </c:pt>
                <c:pt idx="220">
                  <c:v>5.0599999999999996</c:v>
                </c:pt>
                <c:pt idx="221">
                  <c:v>5.33</c:v>
                </c:pt>
                <c:pt idx="222">
                  <c:v>5.94</c:v>
                </c:pt>
                <c:pt idx="223">
                  <c:v>6.58</c:v>
                </c:pt>
                <c:pt idx="224">
                  <c:v>7.09</c:v>
                </c:pt>
                <c:pt idx="225">
                  <c:v>7.12</c:v>
                </c:pt>
                <c:pt idx="226">
                  <c:v>7.84</c:v>
                </c:pt>
                <c:pt idx="227">
                  <c:v>8.49</c:v>
                </c:pt>
                <c:pt idx="228">
                  <c:v>10.4</c:v>
                </c:pt>
                <c:pt idx="229">
                  <c:v>10.5</c:v>
                </c:pt>
                <c:pt idx="230">
                  <c:v>10.78</c:v>
                </c:pt>
                <c:pt idx="231">
                  <c:v>10.01</c:v>
                </c:pt>
                <c:pt idx="232">
                  <c:v>10.029999999999999</c:v>
                </c:pt>
                <c:pt idx="233">
                  <c:v>9.9499999999999993</c:v>
                </c:pt>
                <c:pt idx="234">
                  <c:v>9.65</c:v>
                </c:pt>
                <c:pt idx="235">
                  <c:v>8.9700000000000006</c:v>
                </c:pt>
                <c:pt idx="236">
                  <c:v>9.35</c:v>
                </c:pt>
                <c:pt idx="237">
                  <c:v>10.51</c:v>
                </c:pt>
                <c:pt idx="238">
                  <c:v>11.31</c:v>
                </c:pt>
                <c:pt idx="239">
                  <c:v>11.93</c:v>
                </c:pt>
                <c:pt idx="240">
                  <c:v>12.92</c:v>
                </c:pt>
                <c:pt idx="241">
                  <c:v>12.01</c:v>
                </c:pt>
                <c:pt idx="242">
                  <c:v>11.34</c:v>
                </c:pt>
                <c:pt idx="243">
                  <c:v>10.06</c:v>
                </c:pt>
                <c:pt idx="244">
                  <c:v>9.4499999999999993</c:v>
                </c:pt>
                <c:pt idx="245">
                  <c:v>8.5299999999999994</c:v>
                </c:pt>
                <c:pt idx="246">
                  <c:v>7.13</c:v>
                </c:pt>
                <c:pt idx="247">
                  <c:v>6.24</c:v>
                </c:pt>
                <c:pt idx="248">
                  <c:v>5.54</c:v>
                </c:pt>
                <c:pt idx="249">
                  <c:v>5.49</c:v>
                </c:pt>
                <c:pt idx="250">
                  <c:v>5.22</c:v>
                </c:pt>
                <c:pt idx="251">
                  <c:v>5.55</c:v>
                </c:pt>
                <c:pt idx="252">
                  <c:v>6.1</c:v>
                </c:pt>
                <c:pt idx="253">
                  <c:v>6.14</c:v>
                </c:pt>
                <c:pt idx="254">
                  <c:v>6.24</c:v>
                </c:pt>
                <c:pt idx="255">
                  <c:v>5.82</c:v>
                </c:pt>
                <c:pt idx="256">
                  <c:v>5.22</c:v>
                </c:pt>
                <c:pt idx="257">
                  <c:v>5.2</c:v>
                </c:pt>
                <c:pt idx="258">
                  <c:v>4.87</c:v>
                </c:pt>
                <c:pt idx="259">
                  <c:v>4.7699999999999996</c:v>
                </c:pt>
                <c:pt idx="260">
                  <c:v>4.84</c:v>
                </c:pt>
                <c:pt idx="261">
                  <c:v>4.82</c:v>
                </c:pt>
                <c:pt idx="262">
                  <c:v>5.29</c:v>
                </c:pt>
                <c:pt idx="263">
                  <c:v>5.48</c:v>
                </c:pt>
                <c:pt idx="264">
                  <c:v>5.31</c:v>
                </c:pt>
                <c:pt idx="265">
                  <c:v>5.29</c:v>
                </c:pt>
                <c:pt idx="266">
                  <c:v>5.25</c:v>
                </c:pt>
                <c:pt idx="267">
                  <c:v>5.0199999999999996</c:v>
                </c:pt>
                <c:pt idx="268">
                  <c:v>4.95</c:v>
                </c:pt>
                <c:pt idx="269">
                  <c:v>4.6500000000000004</c:v>
                </c:pt>
                <c:pt idx="270">
                  <c:v>4.6100000000000003</c:v>
                </c:pt>
                <c:pt idx="271">
                  <c:v>4.68</c:v>
                </c:pt>
                <c:pt idx="272">
                  <c:v>4.6900000000000004</c:v>
                </c:pt>
                <c:pt idx="273">
                  <c:v>4.7300000000000004</c:v>
                </c:pt>
                <c:pt idx="274">
                  <c:v>5.35</c:v>
                </c:pt>
                <c:pt idx="275">
                  <c:v>5.39</c:v>
                </c:pt>
                <c:pt idx="276">
                  <c:v>5.42</c:v>
                </c:pt>
                <c:pt idx="277">
                  <c:v>5.9</c:v>
                </c:pt>
                <c:pt idx="278">
                  <c:v>6.14</c:v>
                </c:pt>
                <c:pt idx="279">
                  <c:v>6.47</c:v>
                </c:pt>
                <c:pt idx="280">
                  <c:v>6.51</c:v>
                </c:pt>
                <c:pt idx="281">
                  <c:v>6.56</c:v>
                </c:pt>
                <c:pt idx="282">
                  <c:v>6.7</c:v>
                </c:pt>
                <c:pt idx="283">
                  <c:v>6.78</c:v>
                </c:pt>
                <c:pt idx="284">
                  <c:v>6.79</c:v>
                </c:pt>
                <c:pt idx="285">
                  <c:v>6.89</c:v>
                </c:pt>
                <c:pt idx="286">
                  <c:v>7.36</c:v>
                </c:pt>
                <c:pt idx="287">
                  <c:v>7.6</c:v>
                </c:pt>
                <c:pt idx="288">
                  <c:v>7.81</c:v>
                </c:pt>
                <c:pt idx="289">
                  <c:v>8.0399999999999991</c:v>
                </c:pt>
                <c:pt idx="290">
                  <c:v>8.4499999999999993</c:v>
                </c:pt>
                <c:pt idx="291">
                  <c:v>8.9600000000000009</c:v>
                </c:pt>
                <c:pt idx="292">
                  <c:v>9.76</c:v>
                </c:pt>
                <c:pt idx="293">
                  <c:v>10.029999999999999</c:v>
                </c:pt>
                <c:pt idx="294">
                  <c:v>10.07</c:v>
                </c:pt>
                <c:pt idx="295">
                  <c:v>10.06</c:v>
                </c:pt>
                <c:pt idx="296">
                  <c:v>10.09</c:v>
                </c:pt>
                <c:pt idx="297">
                  <c:v>10.01</c:v>
                </c:pt>
                <c:pt idx="298">
                  <c:v>10.24</c:v>
                </c:pt>
                <c:pt idx="299">
                  <c:v>10.29</c:v>
                </c:pt>
                <c:pt idx="300">
                  <c:v>10.47</c:v>
                </c:pt>
                <c:pt idx="301">
                  <c:v>10.94</c:v>
                </c:pt>
                <c:pt idx="302">
                  <c:v>11.43</c:v>
                </c:pt>
                <c:pt idx="303">
                  <c:v>13.77</c:v>
                </c:pt>
                <c:pt idx="304">
                  <c:v>13.18</c:v>
                </c:pt>
                <c:pt idx="305">
                  <c:v>13.78</c:v>
                </c:pt>
                <c:pt idx="306">
                  <c:v>13.82</c:v>
                </c:pt>
                <c:pt idx="307">
                  <c:v>14.13</c:v>
                </c:pt>
                <c:pt idx="308">
                  <c:v>17.190000000000001</c:v>
                </c:pt>
                <c:pt idx="309">
                  <c:v>17.61</c:v>
                </c:pt>
                <c:pt idx="310">
                  <c:v>10.98</c:v>
                </c:pt>
                <c:pt idx="311">
                  <c:v>9.4700000000000006</c:v>
                </c:pt>
                <c:pt idx="312">
                  <c:v>9.0299999999999994</c:v>
                </c:pt>
                <c:pt idx="313">
                  <c:v>9.61</c:v>
                </c:pt>
                <c:pt idx="314">
                  <c:v>10.87</c:v>
                </c:pt>
                <c:pt idx="315">
                  <c:v>12.81</c:v>
                </c:pt>
                <c:pt idx="316">
                  <c:v>15.85</c:v>
                </c:pt>
                <c:pt idx="317">
                  <c:v>18.899999999999999</c:v>
                </c:pt>
                <c:pt idx="318">
                  <c:v>19.079999999999998</c:v>
                </c:pt>
                <c:pt idx="319">
                  <c:v>15.93</c:v>
                </c:pt>
                <c:pt idx="320">
                  <c:v>14.7</c:v>
                </c:pt>
                <c:pt idx="321">
                  <c:v>15.72</c:v>
                </c:pt>
                <c:pt idx="322">
                  <c:v>18.52</c:v>
                </c:pt>
                <c:pt idx="323">
                  <c:v>19.100000000000001</c:v>
                </c:pt>
                <c:pt idx="324">
                  <c:v>19.04</c:v>
                </c:pt>
                <c:pt idx="325">
                  <c:v>17.82</c:v>
                </c:pt>
                <c:pt idx="326">
                  <c:v>15.87</c:v>
                </c:pt>
                <c:pt idx="327">
                  <c:v>15.08</c:v>
                </c:pt>
                <c:pt idx="328">
                  <c:v>13.31</c:v>
                </c:pt>
                <c:pt idx="329">
                  <c:v>12.37</c:v>
                </c:pt>
                <c:pt idx="330">
                  <c:v>13.22</c:v>
                </c:pt>
                <c:pt idx="331">
                  <c:v>14.78</c:v>
                </c:pt>
                <c:pt idx="332">
                  <c:v>14.68</c:v>
                </c:pt>
                <c:pt idx="333">
                  <c:v>14.94</c:v>
                </c:pt>
                <c:pt idx="334">
                  <c:v>14.45</c:v>
                </c:pt>
                <c:pt idx="335">
                  <c:v>14.15</c:v>
                </c:pt>
                <c:pt idx="336">
                  <c:v>12.59</c:v>
                </c:pt>
                <c:pt idx="337">
                  <c:v>10.119999999999999</c:v>
                </c:pt>
                <c:pt idx="338">
                  <c:v>10.31</c:v>
                </c:pt>
                <c:pt idx="339">
                  <c:v>9.7100000000000009</c:v>
                </c:pt>
                <c:pt idx="340">
                  <c:v>9.1999999999999993</c:v>
                </c:pt>
                <c:pt idx="341">
                  <c:v>8.9499999999999993</c:v>
                </c:pt>
                <c:pt idx="342">
                  <c:v>8.68</c:v>
                </c:pt>
                <c:pt idx="343">
                  <c:v>8.51</c:v>
                </c:pt>
                <c:pt idx="344">
                  <c:v>8.77</c:v>
                </c:pt>
                <c:pt idx="345">
                  <c:v>8.8000000000000007</c:v>
                </c:pt>
                <c:pt idx="346">
                  <c:v>8.6300000000000008</c:v>
                </c:pt>
                <c:pt idx="347">
                  <c:v>8.98</c:v>
                </c:pt>
                <c:pt idx="348">
                  <c:v>9.3699999999999992</c:v>
                </c:pt>
                <c:pt idx="349">
                  <c:v>9.56</c:v>
                </c:pt>
                <c:pt idx="350">
                  <c:v>9.4499999999999993</c:v>
                </c:pt>
                <c:pt idx="351">
                  <c:v>9.48</c:v>
                </c:pt>
                <c:pt idx="352">
                  <c:v>9.34</c:v>
                </c:pt>
                <c:pt idx="353">
                  <c:v>9.4700000000000006</c:v>
                </c:pt>
                <c:pt idx="354">
                  <c:v>9.56</c:v>
                </c:pt>
                <c:pt idx="355">
                  <c:v>9.59</c:v>
                </c:pt>
                <c:pt idx="356">
                  <c:v>9.91</c:v>
                </c:pt>
                <c:pt idx="357">
                  <c:v>10.29</c:v>
                </c:pt>
                <c:pt idx="358">
                  <c:v>10.32</c:v>
                </c:pt>
                <c:pt idx="359">
                  <c:v>11.06</c:v>
                </c:pt>
                <c:pt idx="360">
                  <c:v>11.23</c:v>
                </c:pt>
                <c:pt idx="361">
                  <c:v>11.64</c:v>
                </c:pt>
                <c:pt idx="362">
                  <c:v>11.3</c:v>
                </c:pt>
                <c:pt idx="363">
                  <c:v>9.99</c:v>
                </c:pt>
                <c:pt idx="364">
                  <c:v>9.43</c:v>
                </c:pt>
                <c:pt idx="365">
                  <c:v>8.3800000000000008</c:v>
                </c:pt>
                <c:pt idx="366">
                  <c:v>8.35</c:v>
                </c:pt>
                <c:pt idx="367">
                  <c:v>8.5</c:v>
                </c:pt>
                <c:pt idx="368">
                  <c:v>8.58</c:v>
                </c:pt>
                <c:pt idx="369">
                  <c:v>8.27</c:v>
                </c:pt>
                <c:pt idx="370">
                  <c:v>7.97</c:v>
                </c:pt>
                <c:pt idx="371">
                  <c:v>7.53</c:v>
                </c:pt>
                <c:pt idx="372">
                  <c:v>7.88</c:v>
                </c:pt>
                <c:pt idx="373">
                  <c:v>7.9</c:v>
                </c:pt>
                <c:pt idx="374">
                  <c:v>7.92</c:v>
                </c:pt>
                <c:pt idx="375">
                  <c:v>7.99</c:v>
                </c:pt>
                <c:pt idx="376">
                  <c:v>8.0500000000000007</c:v>
                </c:pt>
                <c:pt idx="377">
                  <c:v>8.27</c:v>
                </c:pt>
                <c:pt idx="378">
                  <c:v>8.14</c:v>
                </c:pt>
                <c:pt idx="379">
                  <c:v>7.86</c:v>
                </c:pt>
                <c:pt idx="380">
                  <c:v>7.48</c:v>
                </c:pt>
                <c:pt idx="381">
                  <c:v>6.99</c:v>
                </c:pt>
                <c:pt idx="382">
                  <c:v>6.85</c:v>
                </c:pt>
                <c:pt idx="383">
                  <c:v>6.92</c:v>
                </c:pt>
                <c:pt idx="384">
                  <c:v>6.56</c:v>
                </c:pt>
                <c:pt idx="385">
                  <c:v>6.17</c:v>
                </c:pt>
                <c:pt idx="386">
                  <c:v>5.89</c:v>
                </c:pt>
                <c:pt idx="387">
                  <c:v>5.85</c:v>
                </c:pt>
                <c:pt idx="388">
                  <c:v>6.04</c:v>
                </c:pt>
                <c:pt idx="389">
                  <c:v>6.91</c:v>
                </c:pt>
                <c:pt idx="390">
                  <c:v>6.43</c:v>
                </c:pt>
                <c:pt idx="391">
                  <c:v>6.1</c:v>
                </c:pt>
                <c:pt idx="392">
                  <c:v>6.13</c:v>
                </c:pt>
                <c:pt idx="393">
                  <c:v>6.37</c:v>
                </c:pt>
                <c:pt idx="394">
                  <c:v>6.85</c:v>
                </c:pt>
                <c:pt idx="395">
                  <c:v>6.73</c:v>
                </c:pt>
                <c:pt idx="396">
                  <c:v>6.58</c:v>
                </c:pt>
                <c:pt idx="397">
                  <c:v>6.73</c:v>
                </c:pt>
                <c:pt idx="398">
                  <c:v>7.22</c:v>
                </c:pt>
                <c:pt idx="399">
                  <c:v>7.29</c:v>
                </c:pt>
                <c:pt idx="400">
                  <c:v>6.69</c:v>
                </c:pt>
                <c:pt idx="401">
                  <c:v>6.77</c:v>
                </c:pt>
                <c:pt idx="402">
                  <c:v>6.83</c:v>
                </c:pt>
                <c:pt idx="403">
                  <c:v>6.58</c:v>
                </c:pt>
                <c:pt idx="404">
                  <c:v>6.58</c:v>
                </c:pt>
                <c:pt idx="405">
                  <c:v>6.87</c:v>
                </c:pt>
                <c:pt idx="406">
                  <c:v>7.09</c:v>
                </c:pt>
                <c:pt idx="407">
                  <c:v>7.51</c:v>
                </c:pt>
                <c:pt idx="408">
                  <c:v>7.75</c:v>
                </c:pt>
                <c:pt idx="409">
                  <c:v>8.01</c:v>
                </c:pt>
                <c:pt idx="410">
                  <c:v>8.19</c:v>
                </c:pt>
                <c:pt idx="411">
                  <c:v>8.3000000000000007</c:v>
                </c:pt>
                <c:pt idx="412">
                  <c:v>8.35</c:v>
                </c:pt>
                <c:pt idx="413">
                  <c:v>8.76</c:v>
                </c:pt>
                <c:pt idx="414">
                  <c:v>9.1199999999999992</c:v>
                </c:pt>
                <c:pt idx="415">
                  <c:v>9.36</c:v>
                </c:pt>
                <c:pt idx="416">
                  <c:v>9.85</c:v>
                </c:pt>
                <c:pt idx="417">
                  <c:v>9.84</c:v>
                </c:pt>
                <c:pt idx="418">
                  <c:v>9.81</c:v>
                </c:pt>
                <c:pt idx="419">
                  <c:v>9.5299999999999994</c:v>
                </c:pt>
                <c:pt idx="420">
                  <c:v>9.24</c:v>
                </c:pt>
                <c:pt idx="421">
                  <c:v>8.99</c:v>
                </c:pt>
                <c:pt idx="422">
                  <c:v>9.02</c:v>
                </c:pt>
                <c:pt idx="423">
                  <c:v>8.84</c:v>
                </c:pt>
                <c:pt idx="424">
                  <c:v>8.5500000000000007</c:v>
                </c:pt>
                <c:pt idx="425">
                  <c:v>8.4499999999999993</c:v>
                </c:pt>
                <c:pt idx="426">
                  <c:v>8.23</c:v>
                </c:pt>
                <c:pt idx="427">
                  <c:v>8.24</c:v>
                </c:pt>
                <c:pt idx="428">
                  <c:v>8.2799999999999994</c:v>
                </c:pt>
                <c:pt idx="429">
                  <c:v>8.26</c:v>
                </c:pt>
                <c:pt idx="430">
                  <c:v>8.18</c:v>
                </c:pt>
                <c:pt idx="431">
                  <c:v>8.2899999999999991</c:v>
                </c:pt>
                <c:pt idx="432">
                  <c:v>8.15</c:v>
                </c:pt>
                <c:pt idx="433">
                  <c:v>8.1300000000000008</c:v>
                </c:pt>
                <c:pt idx="434">
                  <c:v>8.1999999999999993</c:v>
                </c:pt>
                <c:pt idx="435">
                  <c:v>8.11</c:v>
                </c:pt>
                <c:pt idx="436">
                  <c:v>7.81</c:v>
                </c:pt>
                <c:pt idx="437">
                  <c:v>7.31</c:v>
                </c:pt>
                <c:pt idx="438">
                  <c:v>6.91</c:v>
                </c:pt>
                <c:pt idx="439">
                  <c:v>6.25</c:v>
                </c:pt>
                <c:pt idx="440">
                  <c:v>6.12</c:v>
                </c:pt>
                <c:pt idx="441">
                  <c:v>5.91</c:v>
                </c:pt>
                <c:pt idx="442">
                  <c:v>5.78</c:v>
                </c:pt>
                <c:pt idx="443">
                  <c:v>5.9</c:v>
                </c:pt>
                <c:pt idx="444">
                  <c:v>5.82</c:v>
                </c:pt>
                <c:pt idx="445">
                  <c:v>5.66</c:v>
                </c:pt>
                <c:pt idx="446">
                  <c:v>5.45</c:v>
                </c:pt>
                <c:pt idx="447">
                  <c:v>5.21</c:v>
                </c:pt>
                <c:pt idx="448">
                  <c:v>4.8099999999999996</c:v>
                </c:pt>
                <c:pt idx="449">
                  <c:v>4.43</c:v>
                </c:pt>
                <c:pt idx="450">
                  <c:v>4.03</c:v>
                </c:pt>
                <c:pt idx="451">
                  <c:v>4.0599999999999996</c:v>
                </c:pt>
                <c:pt idx="452">
                  <c:v>3.98</c:v>
                </c:pt>
                <c:pt idx="453">
                  <c:v>3.73</c:v>
                </c:pt>
                <c:pt idx="454">
                  <c:v>3.82</c:v>
                </c:pt>
                <c:pt idx="455">
                  <c:v>3.76</c:v>
                </c:pt>
                <c:pt idx="456">
                  <c:v>3.25</c:v>
                </c:pt>
                <c:pt idx="457">
                  <c:v>3.3</c:v>
                </c:pt>
                <c:pt idx="458">
                  <c:v>3.22</c:v>
                </c:pt>
                <c:pt idx="459">
                  <c:v>3.1</c:v>
                </c:pt>
                <c:pt idx="460">
                  <c:v>3.09</c:v>
                </c:pt>
                <c:pt idx="461">
                  <c:v>2.92</c:v>
                </c:pt>
                <c:pt idx="462">
                  <c:v>3.02</c:v>
                </c:pt>
                <c:pt idx="463">
                  <c:v>3.03</c:v>
                </c:pt>
                <c:pt idx="464">
                  <c:v>3.07</c:v>
                </c:pt>
                <c:pt idx="465">
                  <c:v>2.96</c:v>
                </c:pt>
                <c:pt idx="466">
                  <c:v>3</c:v>
                </c:pt>
                <c:pt idx="467">
                  <c:v>3.04</c:v>
                </c:pt>
                <c:pt idx="468">
                  <c:v>3.06</c:v>
                </c:pt>
                <c:pt idx="469">
                  <c:v>3.03</c:v>
                </c:pt>
                <c:pt idx="470">
                  <c:v>3.09</c:v>
                </c:pt>
                <c:pt idx="471">
                  <c:v>2.99</c:v>
                </c:pt>
                <c:pt idx="472">
                  <c:v>3.02</c:v>
                </c:pt>
                <c:pt idx="473">
                  <c:v>2.96</c:v>
                </c:pt>
                <c:pt idx="474">
                  <c:v>3.05</c:v>
                </c:pt>
                <c:pt idx="475">
                  <c:v>3.25</c:v>
                </c:pt>
                <c:pt idx="476">
                  <c:v>3.34</c:v>
                </c:pt>
                <c:pt idx="477">
                  <c:v>3.56</c:v>
                </c:pt>
                <c:pt idx="478">
                  <c:v>4.01</c:v>
                </c:pt>
                <c:pt idx="479">
                  <c:v>4.25</c:v>
                </c:pt>
                <c:pt idx="480">
                  <c:v>4.26</c:v>
                </c:pt>
                <c:pt idx="481">
                  <c:v>4.47</c:v>
                </c:pt>
                <c:pt idx="482">
                  <c:v>4.7300000000000004</c:v>
                </c:pt>
                <c:pt idx="483">
                  <c:v>4.76</c:v>
                </c:pt>
                <c:pt idx="484">
                  <c:v>5.29</c:v>
                </c:pt>
                <c:pt idx="485">
                  <c:v>5.45</c:v>
                </c:pt>
                <c:pt idx="486">
                  <c:v>5.53</c:v>
                </c:pt>
                <c:pt idx="487">
                  <c:v>5.92</c:v>
                </c:pt>
                <c:pt idx="488">
                  <c:v>5.98</c:v>
                </c:pt>
                <c:pt idx="489">
                  <c:v>6.05</c:v>
                </c:pt>
                <c:pt idx="490">
                  <c:v>6.01</c:v>
                </c:pt>
                <c:pt idx="491">
                  <c:v>6</c:v>
                </c:pt>
                <c:pt idx="492">
                  <c:v>5.85</c:v>
                </c:pt>
                <c:pt idx="493">
                  <c:v>5.74</c:v>
                </c:pt>
                <c:pt idx="494">
                  <c:v>5.8</c:v>
                </c:pt>
                <c:pt idx="495">
                  <c:v>5.76</c:v>
                </c:pt>
                <c:pt idx="496">
                  <c:v>5.8</c:v>
                </c:pt>
                <c:pt idx="497">
                  <c:v>5.6</c:v>
                </c:pt>
                <c:pt idx="498">
                  <c:v>5.56</c:v>
                </c:pt>
                <c:pt idx="499">
                  <c:v>5.22</c:v>
                </c:pt>
                <c:pt idx="500">
                  <c:v>5.31</c:v>
                </c:pt>
                <c:pt idx="501">
                  <c:v>5.22</c:v>
                </c:pt>
                <c:pt idx="502">
                  <c:v>5.24</c:v>
                </c:pt>
                <c:pt idx="503">
                  <c:v>5.27</c:v>
                </c:pt>
                <c:pt idx="504">
                  <c:v>5.4</c:v>
                </c:pt>
                <c:pt idx="505">
                  <c:v>5.22</c:v>
                </c:pt>
                <c:pt idx="506">
                  <c:v>5.3</c:v>
                </c:pt>
                <c:pt idx="507">
                  <c:v>5.24</c:v>
                </c:pt>
                <c:pt idx="508">
                  <c:v>5.31</c:v>
                </c:pt>
                <c:pt idx="509">
                  <c:v>5.29</c:v>
                </c:pt>
                <c:pt idx="510">
                  <c:v>5.25</c:v>
                </c:pt>
                <c:pt idx="511">
                  <c:v>5.19</c:v>
                </c:pt>
                <c:pt idx="512">
                  <c:v>5.39</c:v>
                </c:pt>
                <c:pt idx="513">
                  <c:v>5.51</c:v>
                </c:pt>
                <c:pt idx="514">
                  <c:v>5.5</c:v>
                </c:pt>
                <c:pt idx="515">
                  <c:v>5.56</c:v>
                </c:pt>
                <c:pt idx="516">
                  <c:v>5.52</c:v>
                </c:pt>
                <c:pt idx="517">
                  <c:v>5.54</c:v>
                </c:pt>
                <c:pt idx="518">
                  <c:v>5.54</c:v>
                </c:pt>
                <c:pt idx="519">
                  <c:v>5.5</c:v>
                </c:pt>
                <c:pt idx="520">
                  <c:v>5.52</c:v>
                </c:pt>
                <c:pt idx="521">
                  <c:v>5.5</c:v>
                </c:pt>
                <c:pt idx="522">
                  <c:v>5.56</c:v>
                </c:pt>
                <c:pt idx="523">
                  <c:v>5.51</c:v>
                </c:pt>
                <c:pt idx="524">
                  <c:v>5.49</c:v>
                </c:pt>
                <c:pt idx="525">
                  <c:v>5.45</c:v>
                </c:pt>
                <c:pt idx="526">
                  <c:v>5.49</c:v>
                </c:pt>
                <c:pt idx="527">
                  <c:v>5.56</c:v>
                </c:pt>
                <c:pt idx="528">
                  <c:v>5.54</c:v>
                </c:pt>
                <c:pt idx="529">
                  <c:v>5.55</c:v>
                </c:pt>
                <c:pt idx="530">
                  <c:v>5.51</c:v>
                </c:pt>
                <c:pt idx="531">
                  <c:v>5.07</c:v>
                </c:pt>
                <c:pt idx="532">
                  <c:v>4.83</c:v>
                </c:pt>
                <c:pt idx="533">
                  <c:v>4.68</c:v>
                </c:pt>
                <c:pt idx="534">
                  <c:v>4.63</c:v>
                </c:pt>
                <c:pt idx="535">
                  <c:v>4.76</c:v>
                </c:pt>
                <c:pt idx="536">
                  <c:v>4.8099999999999996</c:v>
                </c:pt>
                <c:pt idx="537">
                  <c:v>4.74</c:v>
                </c:pt>
                <c:pt idx="538">
                  <c:v>4.74</c:v>
                </c:pt>
                <c:pt idx="539">
                  <c:v>4.76</c:v>
                </c:pt>
                <c:pt idx="540">
                  <c:v>4.99</c:v>
                </c:pt>
                <c:pt idx="541">
                  <c:v>5.07</c:v>
                </c:pt>
                <c:pt idx="542">
                  <c:v>5.22</c:v>
                </c:pt>
                <c:pt idx="543">
                  <c:v>5.2</c:v>
                </c:pt>
                <c:pt idx="544">
                  <c:v>5.42</c:v>
                </c:pt>
                <c:pt idx="545">
                  <c:v>5.3</c:v>
                </c:pt>
                <c:pt idx="546">
                  <c:v>5.45</c:v>
                </c:pt>
                <c:pt idx="547">
                  <c:v>5.73</c:v>
                </c:pt>
                <c:pt idx="548">
                  <c:v>5.85</c:v>
                </c:pt>
                <c:pt idx="549">
                  <c:v>6.02</c:v>
                </c:pt>
                <c:pt idx="550">
                  <c:v>6.27</c:v>
                </c:pt>
                <c:pt idx="551">
                  <c:v>6.53</c:v>
                </c:pt>
                <c:pt idx="552">
                  <c:v>6.54</c:v>
                </c:pt>
                <c:pt idx="553">
                  <c:v>6.5</c:v>
                </c:pt>
                <c:pt idx="554">
                  <c:v>6.52</c:v>
                </c:pt>
                <c:pt idx="555">
                  <c:v>6.51</c:v>
                </c:pt>
                <c:pt idx="556">
                  <c:v>6.51</c:v>
                </c:pt>
                <c:pt idx="557">
                  <c:v>6.4</c:v>
                </c:pt>
                <c:pt idx="558">
                  <c:v>5.98</c:v>
                </c:pt>
                <c:pt idx="559">
                  <c:v>5.49</c:v>
                </c:pt>
                <c:pt idx="560">
                  <c:v>5.31</c:v>
                </c:pt>
                <c:pt idx="561">
                  <c:v>4.8</c:v>
                </c:pt>
                <c:pt idx="562">
                  <c:v>4.21</c:v>
                </c:pt>
                <c:pt idx="563">
                  <c:v>3.97</c:v>
                </c:pt>
                <c:pt idx="564">
                  <c:v>3.77</c:v>
                </c:pt>
                <c:pt idx="565">
                  <c:v>3.65</c:v>
                </c:pt>
                <c:pt idx="566">
                  <c:v>3.07</c:v>
                </c:pt>
                <c:pt idx="567">
                  <c:v>2.4900000000000002</c:v>
                </c:pt>
                <c:pt idx="568">
                  <c:v>2.09</c:v>
                </c:pt>
                <c:pt idx="569">
                  <c:v>1.82</c:v>
                </c:pt>
                <c:pt idx="570">
                  <c:v>1.73</c:v>
                </c:pt>
                <c:pt idx="571">
                  <c:v>1.74</c:v>
                </c:pt>
                <c:pt idx="572">
                  <c:v>1.73</c:v>
                </c:pt>
                <c:pt idx="573">
                  <c:v>1.75</c:v>
                </c:pt>
                <c:pt idx="574">
                  <c:v>1.75</c:v>
                </c:pt>
                <c:pt idx="575">
                  <c:v>1.75</c:v>
                </c:pt>
                <c:pt idx="576">
                  <c:v>1.73</c:v>
                </c:pt>
                <c:pt idx="577">
                  <c:v>1.74</c:v>
                </c:pt>
                <c:pt idx="578">
                  <c:v>1.75</c:v>
                </c:pt>
                <c:pt idx="579">
                  <c:v>1.75</c:v>
                </c:pt>
                <c:pt idx="580">
                  <c:v>1.34</c:v>
                </c:pt>
                <c:pt idx="581">
                  <c:v>1.24</c:v>
                </c:pt>
                <c:pt idx="582">
                  <c:v>1.24</c:v>
                </c:pt>
                <c:pt idx="583">
                  <c:v>1.26</c:v>
                </c:pt>
                <c:pt idx="584">
                  <c:v>1.25</c:v>
                </c:pt>
                <c:pt idx="585">
                  <c:v>1.26</c:v>
                </c:pt>
                <c:pt idx="586">
                  <c:v>1.26</c:v>
                </c:pt>
                <c:pt idx="587">
                  <c:v>1.22</c:v>
                </c:pt>
                <c:pt idx="588">
                  <c:v>1.01</c:v>
                </c:pt>
                <c:pt idx="589">
                  <c:v>1.03</c:v>
                </c:pt>
                <c:pt idx="590">
                  <c:v>1.01</c:v>
                </c:pt>
                <c:pt idx="591">
                  <c:v>1.01</c:v>
                </c:pt>
                <c:pt idx="592">
                  <c:v>1</c:v>
                </c:pt>
                <c:pt idx="593">
                  <c:v>0.98</c:v>
                </c:pt>
                <c:pt idx="594">
                  <c:v>1</c:v>
                </c:pt>
                <c:pt idx="595">
                  <c:v>1.01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1.03</c:v>
                </c:pt>
                <c:pt idx="600">
                  <c:v>1.26</c:v>
                </c:pt>
                <c:pt idx="601">
                  <c:v>1.43</c:v>
                </c:pt>
                <c:pt idx="602">
                  <c:v>1.61</c:v>
                </c:pt>
                <c:pt idx="603">
                  <c:v>1.76</c:v>
                </c:pt>
                <c:pt idx="604">
                  <c:v>1.93</c:v>
                </c:pt>
                <c:pt idx="605">
                  <c:v>2.16</c:v>
                </c:pt>
                <c:pt idx="606">
                  <c:v>2.2799999999999998</c:v>
                </c:pt>
                <c:pt idx="607">
                  <c:v>2.5</c:v>
                </c:pt>
                <c:pt idx="608">
                  <c:v>2.63</c:v>
                </c:pt>
                <c:pt idx="609">
                  <c:v>2.79</c:v>
                </c:pt>
                <c:pt idx="610">
                  <c:v>3</c:v>
                </c:pt>
                <c:pt idx="611">
                  <c:v>3.04</c:v>
                </c:pt>
                <c:pt idx="612">
                  <c:v>3.26</c:v>
                </c:pt>
                <c:pt idx="613">
                  <c:v>3.5</c:v>
                </c:pt>
                <c:pt idx="614">
                  <c:v>3.62</c:v>
                </c:pt>
                <c:pt idx="615">
                  <c:v>3.78</c:v>
                </c:pt>
                <c:pt idx="616">
                  <c:v>4</c:v>
                </c:pt>
                <c:pt idx="617">
                  <c:v>4.16</c:v>
                </c:pt>
                <c:pt idx="618">
                  <c:v>4.29</c:v>
                </c:pt>
                <c:pt idx="619">
                  <c:v>4.49</c:v>
                </c:pt>
                <c:pt idx="620">
                  <c:v>4.59</c:v>
                </c:pt>
                <c:pt idx="621">
                  <c:v>4.79</c:v>
                </c:pt>
                <c:pt idx="622">
                  <c:v>4.9400000000000004</c:v>
                </c:pt>
                <c:pt idx="623">
                  <c:v>4.99</c:v>
                </c:pt>
                <c:pt idx="624">
                  <c:v>5.24</c:v>
                </c:pt>
                <c:pt idx="625">
                  <c:v>5.25</c:v>
                </c:pt>
                <c:pt idx="626">
                  <c:v>5.25</c:v>
                </c:pt>
                <c:pt idx="627">
                  <c:v>5.25</c:v>
                </c:pt>
                <c:pt idx="628">
                  <c:v>5.25</c:v>
                </c:pt>
                <c:pt idx="629">
                  <c:v>5.24</c:v>
                </c:pt>
                <c:pt idx="630">
                  <c:v>5.25</c:v>
                </c:pt>
                <c:pt idx="631">
                  <c:v>5.26</c:v>
                </c:pt>
                <c:pt idx="632">
                  <c:v>5.26</c:v>
                </c:pt>
                <c:pt idx="633">
                  <c:v>5.25</c:v>
                </c:pt>
                <c:pt idx="634">
                  <c:v>5.25</c:v>
                </c:pt>
                <c:pt idx="635">
                  <c:v>5.25</c:v>
                </c:pt>
                <c:pt idx="636">
                  <c:v>5.26</c:v>
                </c:pt>
                <c:pt idx="637">
                  <c:v>5.0199999999999996</c:v>
                </c:pt>
                <c:pt idx="638">
                  <c:v>4.9400000000000004</c:v>
                </c:pt>
                <c:pt idx="639">
                  <c:v>4.76</c:v>
                </c:pt>
                <c:pt idx="640">
                  <c:v>4.49</c:v>
                </c:pt>
                <c:pt idx="641">
                  <c:v>4.24</c:v>
                </c:pt>
                <c:pt idx="642">
                  <c:v>3.94</c:v>
                </c:pt>
                <c:pt idx="643">
                  <c:v>2.98</c:v>
                </c:pt>
                <c:pt idx="644">
                  <c:v>2.61</c:v>
                </c:pt>
                <c:pt idx="645">
                  <c:v>2.2799999999999998</c:v>
                </c:pt>
                <c:pt idx="646">
                  <c:v>1.98</c:v>
                </c:pt>
                <c:pt idx="647">
                  <c:v>2</c:v>
                </c:pt>
                <c:pt idx="648">
                  <c:v>2.0099999999999998</c:v>
                </c:pt>
                <c:pt idx="649">
                  <c:v>2</c:v>
                </c:pt>
                <c:pt idx="650">
                  <c:v>1.81</c:v>
                </c:pt>
                <c:pt idx="651">
                  <c:v>0.97</c:v>
                </c:pt>
                <c:pt idx="652">
                  <c:v>0.39</c:v>
                </c:pt>
                <c:pt idx="653">
                  <c:v>0.16</c:v>
                </c:pt>
                <c:pt idx="654">
                  <c:v>0.15</c:v>
                </c:pt>
                <c:pt idx="655">
                  <c:v>0.22</c:v>
                </c:pt>
                <c:pt idx="656">
                  <c:v>0.18</c:v>
                </c:pt>
                <c:pt idx="657">
                  <c:v>0.15</c:v>
                </c:pt>
                <c:pt idx="658">
                  <c:v>0.18</c:v>
                </c:pt>
                <c:pt idx="659">
                  <c:v>0.21</c:v>
                </c:pt>
                <c:pt idx="660">
                  <c:v>0.16</c:v>
                </c:pt>
                <c:pt idx="661">
                  <c:v>0.16</c:v>
                </c:pt>
                <c:pt idx="662">
                  <c:v>0.15</c:v>
                </c:pt>
                <c:pt idx="663">
                  <c:v>0.12</c:v>
                </c:pt>
                <c:pt idx="664">
                  <c:v>0.12</c:v>
                </c:pt>
                <c:pt idx="665">
                  <c:v>0.12</c:v>
                </c:pt>
                <c:pt idx="666">
                  <c:v>0.11</c:v>
                </c:pt>
                <c:pt idx="667">
                  <c:v>0.13</c:v>
                </c:pt>
                <c:pt idx="668">
                  <c:v>0.16</c:v>
                </c:pt>
                <c:pt idx="669">
                  <c:v>0.2</c:v>
                </c:pt>
                <c:pt idx="670">
                  <c:v>0.2</c:v>
                </c:pt>
                <c:pt idx="671">
                  <c:v>0.18</c:v>
                </c:pt>
                <c:pt idx="672">
                  <c:v>0.18</c:v>
                </c:pt>
                <c:pt idx="673">
                  <c:v>0.19</c:v>
                </c:pt>
                <c:pt idx="674">
                  <c:v>0.19</c:v>
                </c:pt>
                <c:pt idx="675">
                  <c:v>0.19</c:v>
                </c:pt>
                <c:pt idx="676">
                  <c:v>0.19</c:v>
                </c:pt>
                <c:pt idx="677">
                  <c:v>0.18</c:v>
                </c:pt>
                <c:pt idx="678">
                  <c:v>0.17</c:v>
                </c:pt>
                <c:pt idx="679">
                  <c:v>0.16</c:v>
                </c:pt>
                <c:pt idx="680">
                  <c:v>0.14000000000000001</c:v>
                </c:pt>
                <c:pt idx="681">
                  <c:v>0.1</c:v>
                </c:pt>
                <c:pt idx="682">
                  <c:v>0.09</c:v>
                </c:pt>
                <c:pt idx="683">
                  <c:v>0.09</c:v>
                </c:pt>
                <c:pt idx="684">
                  <c:v>7.0000000000000007E-2</c:v>
                </c:pt>
                <c:pt idx="685">
                  <c:v>0.1</c:v>
                </c:pt>
                <c:pt idx="686">
                  <c:v>0.08</c:v>
                </c:pt>
                <c:pt idx="687">
                  <c:v>7.0000000000000007E-2</c:v>
                </c:pt>
                <c:pt idx="688">
                  <c:v>0.08</c:v>
                </c:pt>
                <c:pt idx="689">
                  <c:v>7.0000000000000007E-2</c:v>
                </c:pt>
                <c:pt idx="690">
                  <c:v>0.08</c:v>
                </c:pt>
                <c:pt idx="691">
                  <c:v>0.1</c:v>
                </c:pt>
                <c:pt idx="692">
                  <c:v>0.13</c:v>
                </c:pt>
                <c:pt idx="693">
                  <c:v>0.14000000000000001</c:v>
                </c:pt>
                <c:pt idx="694">
                  <c:v>0.16</c:v>
                </c:pt>
                <c:pt idx="695">
                  <c:v>0.16</c:v>
                </c:pt>
                <c:pt idx="696">
                  <c:v>0.16</c:v>
                </c:pt>
                <c:pt idx="697">
                  <c:v>0.13</c:v>
                </c:pt>
                <c:pt idx="698">
                  <c:v>0.14000000000000001</c:v>
                </c:pt>
                <c:pt idx="699">
                  <c:v>0.16</c:v>
                </c:pt>
                <c:pt idx="700">
                  <c:v>0.16</c:v>
                </c:pt>
                <c:pt idx="701">
                  <c:v>0.16</c:v>
                </c:pt>
                <c:pt idx="702">
                  <c:v>0.14000000000000001</c:v>
                </c:pt>
                <c:pt idx="703">
                  <c:v>0.15</c:v>
                </c:pt>
                <c:pt idx="704">
                  <c:v>0.14000000000000001</c:v>
                </c:pt>
                <c:pt idx="705">
                  <c:v>0.15</c:v>
                </c:pt>
                <c:pt idx="706">
                  <c:v>0.11</c:v>
                </c:pt>
                <c:pt idx="707">
                  <c:v>0.09</c:v>
                </c:pt>
                <c:pt idx="708">
                  <c:v>0.09</c:v>
                </c:pt>
                <c:pt idx="709">
                  <c:v>0.08</c:v>
                </c:pt>
                <c:pt idx="710">
                  <c:v>0.08</c:v>
                </c:pt>
                <c:pt idx="711">
                  <c:v>0.09</c:v>
                </c:pt>
                <c:pt idx="712">
                  <c:v>0.08</c:v>
                </c:pt>
                <c:pt idx="713">
                  <c:v>0.09</c:v>
                </c:pt>
                <c:pt idx="714">
                  <c:v>7.0000000000000007E-2</c:v>
                </c:pt>
                <c:pt idx="715">
                  <c:v>7.0000000000000007E-2</c:v>
                </c:pt>
                <c:pt idx="716">
                  <c:v>0.08</c:v>
                </c:pt>
                <c:pt idx="717">
                  <c:v>0.09</c:v>
                </c:pt>
                <c:pt idx="718">
                  <c:v>0.09</c:v>
                </c:pt>
                <c:pt idx="719">
                  <c:v>0.1</c:v>
                </c:pt>
                <c:pt idx="720">
                  <c:v>0.09</c:v>
                </c:pt>
                <c:pt idx="721">
                  <c:v>0.09</c:v>
                </c:pt>
                <c:pt idx="722">
                  <c:v>0.09</c:v>
                </c:pt>
                <c:pt idx="723">
                  <c:v>0.09</c:v>
                </c:pt>
                <c:pt idx="724">
                  <c:v>0.09</c:v>
                </c:pt>
                <c:pt idx="725">
                  <c:v>0.12</c:v>
                </c:pt>
                <c:pt idx="726">
                  <c:v>0.11</c:v>
                </c:pt>
                <c:pt idx="727">
                  <c:v>0.11</c:v>
                </c:pt>
                <c:pt idx="728">
                  <c:v>0.11</c:v>
                </c:pt>
                <c:pt idx="729">
                  <c:v>0.12</c:v>
                </c:pt>
                <c:pt idx="730">
                  <c:v>0.12</c:v>
                </c:pt>
                <c:pt idx="731">
                  <c:v>0.13</c:v>
                </c:pt>
                <c:pt idx="732">
                  <c:v>0.13</c:v>
                </c:pt>
                <c:pt idx="733">
                  <c:v>0.14000000000000001</c:v>
                </c:pt>
                <c:pt idx="734">
                  <c:v>0.14000000000000001</c:v>
                </c:pt>
                <c:pt idx="735">
                  <c:v>0.12</c:v>
                </c:pt>
                <c:pt idx="736">
                  <c:v>0.12</c:v>
                </c:pt>
                <c:pt idx="737">
                  <c:v>0.24</c:v>
                </c:pt>
                <c:pt idx="738">
                  <c:v>0.34</c:v>
                </c:pt>
                <c:pt idx="739">
                  <c:v>0.38</c:v>
                </c:pt>
                <c:pt idx="740">
                  <c:v>0.36</c:v>
                </c:pt>
                <c:pt idx="741">
                  <c:v>0.37</c:v>
                </c:pt>
                <c:pt idx="742">
                  <c:v>0.37</c:v>
                </c:pt>
                <c:pt idx="743">
                  <c:v>0.38</c:v>
                </c:pt>
                <c:pt idx="744">
                  <c:v>0.39</c:v>
                </c:pt>
                <c:pt idx="745">
                  <c:v>0.4</c:v>
                </c:pt>
                <c:pt idx="746">
                  <c:v>0.4</c:v>
                </c:pt>
                <c:pt idx="747">
                  <c:v>0.4</c:v>
                </c:pt>
                <c:pt idx="748">
                  <c:v>0.41</c:v>
                </c:pt>
                <c:pt idx="749">
                  <c:v>0.54</c:v>
                </c:pt>
                <c:pt idx="750">
                  <c:v>0.65</c:v>
                </c:pt>
                <c:pt idx="751">
                  <c:v>0.66</c:v>
                </c:pt>
                <c:pt idx="752">
                  <c:v>0.79</c:v>
                </c:pt>
                <c:pt idx="753">
                  <c:v>0.9</c:v>
                </c:pt>
                <c:pt idx="754">
                  <c:v>0.91</c:v>
                </c:pt>
                <c:pt idx="755">
                  <c:v>1.04</c:v>
                </c:pt>
                <c:pt idx="756">
                  <c:v>1.1499999999999999</c:v>
                </c:pt>
                <c:pt idx="757">
                  <c:v>1.1599999999999999</c:v>
                </c:pt>
                <c:pt idx="758">
                  <c:v>1.1499999999999999</c:v>
                </c:pt>
                <c:pt idx="759">
                  <c:v>1.1499999999999999</c:v>
                </c:pt>
                <c:pt idx="760">
                  <c:v>1.1599999999999999</c:v>
                </c:pt>
                <c:pt idx="761">
                  <c:v>1.3</c:v>
                </c:pt>
                <c:pt idx="762">
                  <c:v>1.41</c:v>
                </c:pt>
                <c:pt idx="763">
                  <c:v>1.42</c:v>
                </c:pt>
                <c:pt idx="764">
                  <c:v>1.51</c:v>
                </c:pt>
                <c:pt idx="765">
                  <c:v>1.69</c:v>
                </c:pt>
                <c:pt idx="766">
                  <c:v>1.7</c:v>
                </c:pt>
                <c:pt idx="767">
                  <c:v>1.82</c:v>
                </c:pt>
                <c:pt idx="768">
                  <c:v>1.91</c:v>
                </c:pt>
                <c:pt idx="769">
                  <c:v>1.91</c:v>
                </c:pt>
                <c:pt idx="770">
                  <c:v>1.95</c:v>
                </c:pt>
                <c:pt idx="771">
                  <c:v>2.19</c:v>
                </c:pt>
                <c:pt idx="772">
                  <c:v>2.2000000000000002</c:v>
                </c:pt>
                <c:pt idx="773">
                  <c:v>2.27</c:v>
                </c:pt>
                <c:pt idx="774">
                  <c:v>2.4</c:v>
                </c:pt>
                <c:pt idx="775">
                  <c:v>2.4</c:v>
                </c:pt>
                <c:pt idx="776">
                  <c:v>2.41</c:v>
                </c:pt>
                <c:pt idx="777">
                  <c:v>2.42</c:v>
                </c:pt>
                <c:pt idx="778">
                  <c:v>2.39</c:v>
                </c:pt>
                <c:pt idx="779">
                  <c:v>2.38</c:v>
                </c:pt>
                <c:pt idx="780">
                  <c:v>2.4</c:v>
                </c:pt>
                <c:pt idx="781">
                  <c:v>2.13</c:v>
                </c:pt>
                <c:pt idx="782">
                  <c:v>2.04</c:v>
                </c:pt>
                <c:pt idx="783">
                  <c:v>1.83</c:v>
                </c:pt>
                <c:pt idx="784">
                  <c:v>1.55</c:v>
                </c:pt>
                <c:pt idx="785">
                  <c:v>1.55</c:v>
                </c:pt>
                <c:pt idx="786">
                  <c:v>1.55</c:v>
                </c:pt>
                <c:pt idx="787">
                  <c:v>1.58</c:v>
                </c:pt>
                <c:pt idx="788">
                  <c:v>0.65</c:v>
                </c:pt>
                <c:pt idx="789">
                  <c:v>0.05</c:v>
                </c:pt>
                <c:pt idx="790">
                  <c:v>0.05</c:v>
                </c:pt>
                <c:pt idx="791">
                  <c:v>0.08</c:v>
                </c:pt>
                <c:pt idx="792">
                  <c:v>0.09</c:v>
                </c:pt>
                <c:pt idx="793">
                  <c:v>0.1</c:v>
                </c:pt>
                <c:pt idx="794">
                  <c:v>0.09</c:v>
                </c:pt>
                <c:pt idx="795">
                  <c:v>0.09</c:v>
                </c:pt>
                <c:pt idx="796">
                  <c:v>0.09</c:v>
                </c:pt>
                <c:pt idx="797">
                  <c:v>0.09</c:v>
                </c:pt>
                <c:pt idx="798">
                  <c:v>0.09</c:v>
                </c:pt>
                <c:pt idx="799">
                  <c:v>0.08</c:v>
                </c:pt>
                <c:pt idx="800">
                  <c:v>7.0000000000000007E-2</c:v>
                </c:pt>
                <c:pt idx="801">
                  <c:v>7.0000000000000007E-2</c:v>
                </c:pt>
                <c:pt idx="802">
                  <c:v>0.06</c:v>
                </c:pt>
                <c:pt idx="803">
                  <c:v>0.08</c:v>
                </c:pt>
                <c:pt idx="804">
                  <c:v>0.1</c:v>
                </c:pt>
                <c:pt idx="805">
                  <c:v>0.09</c:v>
                </c:pt>
                <c:pt idx="806">
                  <c:v>0.08</c:v>
                </c:pt>
                <c:pt idx="807">
                  <c:v>0.08</c:v>
                </c:pt>
                <c:pt idx="808">
                  <c:v>0.08</c:v>
                </c:pt>
                <c:pt idx="809">
                  <c:v>0.08</c:v>
                </c:pt>
                <c:pt idx="810">
                  <c:v>0.08</c:v>
                </c:pt>
                <c:pt idx="811">
                  <c:v>0.08</c:v>
                </c:pt>
                <c:pt idx="812">
                  <c:v>0.2</c:v>
                </c:pt>
                <c:pt idx="813">
                  <c:v>0.33</c:v>
                </c:pt>
                <c:pt idx="814">
                  <c:v>0.77</c:v>
                </c:pt>
                <c:pt idx="815">
                  <c:v>1.21</c:v>
                </c:pt>
                <c:pt idx="816">
                  <c:v>1.68</c:v>
                </c:pt>
                <c:pt idx="817">
                  <c:v>2.33</c:v>
                </c:pt>
                <c:pt idx="818">
                  <c:v>2.56</c:v>
                </c:pt>
                <c:pt idx="819">
                  <c:v>3.08</c:v>
                </c:pt>
                <c:pt idx="820">
                  <c:v>3.78</c:v>
                </c:pt>
                <c:pt idx="821">
                  <c:v>4.0999999999999996</c:v>
                </c:pt>
                <c:pt idx="822">
                  <c:v>4.33</c:v>
                </c:pt>
                <c:pt idx="823">
                  <c:v>4.57</c:v>
                </c:pt>
                <c:pt idx="824">
                  <c:v>4.6500000000000004</c:v>
                </c:pt>
                <c:pt idx="825">
                  <c:v>4.83</c:v>
                </c:pt>
                <c:pt idx="826">
                  <c:v>5.0599999999999996</c:v>
                </c:pt>
                <c:pt idx="827">
                  <c:v>5.08</c:v>
                </c:pt>
                <c:pt idx="828">
                  <c:v>5.12</c:v>
                </c:pt>
                <c:pt idx="829">
                  <c:v>5.33</c:v>
                </c:pt>
                <c:pt idx="830">
                  <c:v>5.33</c:v>
                </c:pt>
                <c:pt idx="831">
                  <c:v>5.33</c:v>
                </c:pt>
                <c:pt idx="832">
                  <c:v>5.33</c:v>
                </c:pt>
                <c:pt idx="833">
                  <c:v>5.33</c:v>
                </c:pt>
                <c:pt idx="834">
                  <c:v>5.33</c:v>
                </c:pt>
                <c:pt idx="835">
                  <c:v>5.33</c:v>
                </c:pt>
                <c:pt idx="836">
                  <c:v>5.33</c:v>
                </c:pt>
                <c:pt idx="837">
                  <c:v>5.33</c:v>
                </c:pt>
                <c:pt idx="838">
                  <c:v>5.33</c:v>
                </c:pt>
                <c:pt idx="839">
                  <c:v>5.33</c:v>
                </c:pt>
                <c:pt idx="840">
                  <c:v>5.33</c:v>
                </c:pt>
                <c:pt idx="841">
                  <c:v>5.33</c:v>
                </c:pt>
                <c:pt idx="842">
                  <c:v>5.13</c:v>
                </c:pt>
                <c:pt idx="843">
                  <c:v>4.83</c:v>
                </c:pt>
                <c:pt idx="844">
                  <c:v>4.6399999999999997</c:v>
                </c:pt>
                <c:pt idx="845">
                  <c:v>4.4800000000000004</c:v>
                </c:pt>
                <c:pt idx="846">
                  <c:v>4.33</c:v>
                </c:pt>
                <c:pt idx="847">
                  <c:v>4.33</c:v>
                </c:pt>
                <c:pt idx="848">
                  <c:v>4.33</c:v>
                </c:pt>
                <c:pt idx="849">
                  <c:v>4.33</c:v>
                </c:pt>
                <c:pt idx="850">
                  <c:v>4.33</c:v>
                </c:pt>
                <c:pt idx="851">
                  <c:v>4.33</c:v>
                </c:pt>
                <c:pt idx="852">
                  <c:v>4.33</c:v>
                </c:pt>
                <c:pt idx="853">
                  <c:v>4.33</c:v>
                </c:pt>
                <c:pt idx="854">
                  <c:v>4.22</c:v>
                </c:pt>
                <c:pt idx="855">
                  <c:v>4.09</c:v>
                </c:pt>
                <c:pt idx="856">
                  <c:v>3.88</c:v>
                </c:pt>
                <c:pt idx="857">
                  <c:v>3.72</c:v>
                </c:pt>
                <c:pt idx="858">
                  <c:v>3.64</c:v>
                </c:pt>
                <c:pt idx="859">
                  <c:v>3.64</c:v>
                </c:pt>
                <c:pt idx="860">
                  <c:v>3.64</c:v>
                </c:pt>
                <c:pt idx="861">
                  <c:v>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24-4961-B237-F71A70EDA3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03927888"/>
        <c:axId val="2103924528"/>
      </c:lineChart>
      <c:dateAx>
        <c:axId val="2103927888"/>
        <c:scaling>
          <c:orientation val="minMax"/>
        </c:scaling>
        <c:delete val="0"/>
        <c:axPos val="b"/>
        <c:numFmt formatCode="[$-409]mmm/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2103924528"/>
        <c:crosses val="autoZero"/>
        <c:auto val="0"/>
        <c:lblOffset val="100"/>
        <c:baseTimeUnit val="months"/>
        <c:majorUnit val="24"/>
        <c:majorTimeUnit val="months"/>
      </c:dateAx>
      <c:valAx>
        <c:axId val="210392452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2103927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area!$A$2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area!$B$2:$BG$2</c:f>
              <c:numCache>
                <c:formatCode>General</c:formatCode>
                <c:ptCount val="58"/>
                <c:pt idx="0">
                  <c:v>599728767</c:v>
                </c:pt>
                <c:pt idx="1">
                  <c:v>605540781</c:v>
                </c:pt>
                <c:pt idx="2">
                  <c:v>611584621</c:v>
                </c:pt>
                <c:pt idx="3">
                  <c:v>617678053</c:v>
                </c:pt>
                <c:pt idx="4">
                  <c:v>623698030</c:v>
                </c:pt>
                <c:pt idx="5">
                  <c:v>629500499</c:v>
                </c:pt>
                <c:pt idx="6">
                  <c:v>634339310</c:v>
                </c:pt>
                <c:pt idx="7">
                  <c:v>639017055</c:v>
                </c:pt>
                <c:pt idx="8">
                  <c:v>643449685</c:v>
                </c:pt>
                <c:pt idx="9">
                  <c:v>647750653</c:v>
                </c:pt>
                <c:pt idx="10">
                  <c:v>651504792</c:v>
                </c:pt>
                <c:pt idx="11">
                  <c:v>655236057</c:v>
                </c:pt>
                <c:pt idx="12">
                  <c:v>659487789</c:v>
                </c:pt>
                <c:pt idx="13">
                  <c:v>663574354</c:v>
                </c:pt>
                <c:pt idx="14">
                  <c:v>667445192</c:v>
                </c:pt>
                <c:pt idx="15">
                  <c:v>671144830</c:v>
                </c:pt>
                <c:pt idx="16">
                  <c:v>674731401</c:v>
                </c:pt>
                <c:pt idx="17">
                  <c:v>678106983</c:v>
                </c:pt>
                <c:pt idx="18">
                  <c:v>681413881</c:v>
                </c:pt>
                <c:pt idx="19">
                  <c:v>684705324</c:v>
                </c:pt>
                <c:pt idx="20">
                  <c:v>688118451</c:v>
                </c:pt>
                <c:pt idx="21">
                  <c:v>691333943</c:v>
                </c:pt>
                <c:pt idx="22">
                  <c:v>693992403</c:v>
                </c:pt>
                <c:pt idx="23">
                  <c:v>696407894</c:v>
                </c:pt>
                <c:pt idx="24">
                  <c:v>699003784</c:v>
                </c:pt>
                <c:pt idx="25">
                  <c:v>701703378</c:v>
                </c:pt>
                <c:pt idx="26">
                  <c:v>704503174</c:v>
                </c:pt>
                <c:pt idx="27">
                  <c:v>707350770</c:v>
                </c:pt>
                <c:pt idx="28">
                  <c:v>710271210</c:v>
                </c:pt>
                <c:pt idx="29">
                  <c:v>713206952</c:v>
                </c:pt>
                <c:pt idx="30">
                  <c:v>723231199</c:v>
                </c:pt>
                <c:pt idx="31">
                  <c:v>725156004</c:v>
                </c:pt>
                <c:pt idx="32">
                  <c:v>726816663</c:v>
                </c:pt>
                <c:pt idx="33">
                  <c:v>728212749</c:v>
                </c:pt>
                <c:pt idx="34">
                  <c:v>728942232</c:v>
                </c:pt>
                <c:pt idx="35">
                  <c:v>729354297</c:v>
                </c:pt>
                <c:pt idx="36">
                  <c:v>729485346</c:v>
                </c:pt>
                <c:pt idx="37">
                  <c:v>729525219</c:v>
                </c:pt>
                <c:pt idx="38">
                  <c:v>729417543</c:v>
                </c:pt>
                <c:pt idx="39">
                  <c:v>729184302</c:v>
                </c:pt>
                <c:pt idx="40">
                  <c:v>728726864</c:v>
                </c:pt>
                <c:pt idx="41">
                  <c:v>728400910</c:v>
                </c:pt>
                <c:pt idx="42">
                  <c:v>728500157</c:v>
                </c:pt>
                <c:pt idx="43">
                  <c:v>729257273</c:v>
                </c:pt>
                <c:pt idx="44">
                  <c:v>730267708</c:v>
                </c:pt>
                <c:pt idx="45">
                  <c:v>731310642</c:v>
                </c:pt>
                <c:pt idx="46">
                  <c:v>732383260</c:v>
                </c:pt>
                <c:pt idx="47">
                  <c:v>733844962</c:v>
                </c:pt>
                <c:pt idx="48">
                  <c:v>735505044</c:v>
                </c:pt>
                <c:pt idx="49">
                  <c:v>736939367</c:v>
                </c:pt>
                <c:pt idx="50">
                  <c:v>737992808</c:v>
                </c:pt>
                <c:pt idx="51">
                  <c:v>737689599</c:v>
                </c:pt>
                <c:pt idx="52">
                  <c:v>738971586</c:v>
                </c:pt>
                <c:pt idx="53">
                  <c:v>740750467</c:v>
                </c:pt>
                <c:pt idx="54">
                  <c:v>742508792</c:v>
                </c:pt>
                <c:pt idx="55">
                  <c:v>744239631</c:v>
                </c:pt>
                <c:pt idx="56">
                  <c:v>745920941</c:v>
                </c:pt>
                <c:pt idx="57">
                  <c:v>746940738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8A-42D2-991D-F314A1DB570E}"/>
            </c:ext>
          </c:extLst>
        </c:ser>
        <c:ser>
          <c:idx val="1"/>
          <c:order val="1"/>
          <c:tx>
            <c:strRef>
              <c:f>area!$A$3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area!$B$3:$BG$3</c:f>
              <c:numCache>
                <c:formatCode>General</c:formatCode>
                <c:ptCount val="58"/>
                <c:pt idx="0">
                  <c:v>274107909</c:v>
                </c:pt>
                <c:pt idx="1">
                  <c:v>279608477</c:v>
                </c:pt>
                <c:pt idx="2">
                  <c:v>284990400</c:v>
                </c:pt>
                <c:pt idx="3">
                  <c:v>290303294</c:v>
                </c:pt>
                <c:pt idx="4">
                  <c:v>295612941</c:v>
                </c:pt>
                <c:pt idx="5">
                  <c:v>300719322</c:v>
                </c:pt>
                <c:pt idx="6">
                  <c:v>305716236</c:v>
                </c:pt>
                <c:pt idx="7">
                  <c:v>310632063</c:v>
                </c:pt>
                <c:pt idx="8">
                  <c:v>315400792</c:v>
                </c:pt>
                <c:pt idx="9">
                  <c:v>320149678</c:v>
                </c:pt>
                <c:pt idx="10">
                  <c:v>325374007</c:v>
                </c:pt>
                <c:pt idx="11">
                  <c:v>331237575</c:v>
                </c:pt>
                <c:pt idx="12">
                  <c:v>336395843</c:v>
                </c:pt>
                <c:pt idx="13">
                  <c:v>341385046</c:v>
                </c:pt>
                <c:pt idx="14">
                  <c:v>346356970</c:v>
                </c:pt>
                <c:pt idx="15">
                  <c:v>351508500</c:v>
                </c:pt>
                <c:pt idx="16">
                  <c:v>356553562</c:v>
                </c:pt>
                <c:pt idx="17">
                  <c:v>361689456</c:v>
                </c:pt>
                <c:pt idx="18">
                  <c:v>366927432</c:v>
                </c:pt>
                <c:pt idx="19">
                  <c:v>372299446</c:v>
                </c:pt>
                <c:pt idx="20">
                  <c:v>377473185</c:v>
                </c:pt>
                <c:pt idx="21">
                  <c:v>382727572</c:v>
                </c:pt>
                <c:pt idx="22">
                  <c:v>387949091</c:v>
                </c:pt>
                <c:pt idx="23">
                  <c:v>393062657</c:v>
                </c:pt>
                <c:pt idx="24">
                  <c:v>398071532</c:v>
                </c:pt>
                <c:pt idx="25">
                  <c:v>403132630</c:v>
                </c:pt>
                <c:pt idx="26">
                  <c:v>408313738</c:v>
                </c:pt>
                <c:pt idx="27">
                  <c:v>413518755</c:v>
                </c:pt>
                <c:pt idx="28">
                  <c:v>418770083</c:v>
                </c:pt>
                <c:pt idx="29">
                  <c:v>424272831</c:v>
                </c:pt>
                <c:pt idx="30">
                  <c:v>430198572</c:v>
                </c:pt>
                <c:pt idx="31">
                  <c:v>436609841</c:v>
                </c:pt>
                <c:pt idx="32">
                  <c:v>443186119</c:v>
                </c:pt>
                <c:pt idx="33">
                  <c:v>449617715</c:v>
                </c:pt>
                <c:pt idx="34">
                  <c:v>455839537</c:v>
                </c:pt>
                <c:pt idx="35">
                  <c:v>461965272</c:v>
                </c:pt>
                <c:pt idx="36">
                  <c:v>468041453</c:v>
                </c:pt>
                <c:pt idx="37">
                  <c:v>474220916</c:v>
                </c:pt>
                <c:pt idx="38">
                  <c:v>480279303</c:v>
                </c:pt>
                <c:pt idx="39">
                  <c:v>486265096</c:v>
                </c:pt>
                <c:pt idx="40">
                  <c:v>492198264</c:v>
                </c:pt>
                <c:pt idx="41">
                  <c:v>497844214</c:v>
                </c:pt>
                <c:pt idx="42">
                  <c:v>503328730</c:v>
                </c:pt>
                <c:pt idx="43">
                  <c:v>508587980</c:v>
                </c:pt>
                <c:pt idx="44">
                  <c:v>514101917</c:v>
                </c:pt>
                <c:pt idx="45">
                  <c:v>519677435</c:v>
                </c:pt>
                <c:pt idx="46">
                  <c:v>525471912</c:v>
                </c:pt>
                <c:pt idx="47">
                  <c:v>531283904</c:v>
                </c:pt>
                <c:pt idx="48">
                  <c:v>537177993</c:v>
                </c:pt>
                <c:pt idx="49">
                  <c:v>542921055</c:v>
                </c:pt>
                <c:pt idx="50">
                  <c:v>548528997</c:v>
                </c:pt>
                <c:pt idx="51">
                  <c:v>553757037</c:v>
                </c:pt>
                <c:pt idx="52">
                  <c:v>559053023</c:v>
                </c:pt>
                <c:pt idx="53">
                  <c:v>564216113</c:v>
                </c:pt>
                <c:pt idx="54">
                  <c:v>569466474</c:v>
                </c:pt>
                <c:pt idx="55">
                  <c:v>574619781</c:v>
                </c:pt>
                <c:pt idx="56">
                  <c:v>579843739</c:v>
                </c:pt>
                <c:pt idx="57">
                  <c:v>584782446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8A-42D2-991D-F314A1DB570E}"/>
            </c:ext>
          </c:extLst>
        </c:ser>
        <c:ser>
          <c:idx val="2"/>
          <c:order val="2"/>
          <c:tx>
            <c:strRef>
              <c:f>area!$A$4</c:f>
              <c:strCache>
                <c:ptCount val="1"/>
                <c:pt idx="0">
                  <c:v>South America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area!$B$4:$BG$4</c:f>
              <c:numCache>
                <c:formatCode>General</c:formatCode>
                <c:ptCount val="58"/>
                <c:pt idx="0">
                  <c:v>148651511</c:v>
                </c:pt>
                <c:pt idx="1">
                  <c:v>152700667</c:v>
                </c:pt>
                <c:pt idx="2">
                  <c:v>156862361</c:v>
                </c:pt>
                <c:pt idx="3">
                  <c:v>161115035</c:v>
                </c:pt>
                <c:pt idx="4">
                  <c:v>165429189</c:v>
                </c:pt>
                <c:pt idx="5">
                  <c:v>169782211</c:v>
                </c:pt>
                <c:pt idx="6">
                  <c:v>174169737</c:v>
                </c:pt>
                <c:pt idx="7">
                  <c:v>178594015</c:v>
                </c:pt>
                <c:pt idx="8">
                  <c:v>183048023</c:v>
                </c:pt>
                <c:pt idx="9">
                  <c:v>187525478</c:v>
                </c:pt>
                <c:pt idx="10">
                  <c:v>192024013</c:v>
                </c:pt>
                <c:pt idx="11">
                  <c:v>196537732</c:v>
                </c:pt>
                <c:pt idx="12">
                  <c:v>201072551</c:v>
                </c:pt>
                <c:pt idx="13">
                  <c:v>205653019</c:v>
                </c:pt>
                <c:pt idx="14">
                  <c:v>210312688</c:v>
                </c:pt>
                <c:pt idx="15">
                  <c:v>215076285</c:v>
                </c:pt>
                <c:pt idx="16">
                  <c:v>219947926</c:v>
                </c:pt>
                <c:pt idx="17">
                  <c:v>224921543</c:v>
                </c:pt>
                <c:pt idx="18">
                  <c:v>229997747</c:v>
                </c:pt>
                <c:pt idx="19">
                  <c:v>235174373</c:v>
                </c:pt>
                <c:pt idx="20">
                  <c:v>240446419</c:v>
                </c:pt>
                <c:pt idx="21">
                  <c:v>245814900</c:v>
                </c:pt>
                <c:pt idx="22">
                  <c:v>251271113</c:v>
                </c:pt>
                <c:pt idx="23">
                  <c:v>256787342</c:v>
                </c:pt>
                <c:pt idx="24">
                  <c:v>262327538</c:v>
                </c:pt>
                <c:pt idx="25">
                  <c:v>267863559</c:v>
                </c:pt>
                <c:pt idx="26">
                  <c:v>273382475</c:v>
                </c:pt>
                <c:pt idx="27">
                  <c:v>278883358</c:v>
                </c:pt>
                <c:pt idx="28">
                  <c:v>284364788</c:v>
                </c:pt>
                <c:pt idx="29">
                  <c:v>289829995</c:v>
                </c:pt>
                <c:pt idx="30">
                  <c:v>295280439</c:v>
                </c:pt>
                <c:pt idx="31">
                  <c:v>300706713</c:v>
                </c:pt>
                <c:pt idx="32">
                  <c:v>306101381</c:v>
                </c:pt>
                <c:pt idx="33">
                  <c:v>311470189</c:v>
                </c:pt>
                <c:pt idx="34">
                  <c:v>316822704</c:v>
                </c:pt>
                <c:pt idx="35">
                  <c:v>322162422</c:v>
                </c:pt>
                <c:pt idx="36">
                  <c:v>327490755</c:v>
                </c:pt>
                <c:pt idx="37">
                  <c:v>332794491</c:v>
                </c:pt>
                <c:pt idx="38">
                  <c:v>338045088</c:v>
                </c:pt>
                <c:pt idx="39">
                  <c:v>343204899</c:v>
                </c:pt>
                <c:pt idx="40">
                  <c:v>348245826</c:v>
                </c:pt>
                <c:pt idx="41">
                  <c:v>353160147</c:v>
                </c:pt>
                <c:pt idx="42">
                  <c:v>357951719</c:v>
                </c:pt>
                <c:pt idx="43">
                  <c:v>362619722</c:v>
                </c:pt>
                <c:pt idx="44">
                  <c:v>367167054</c:v>
                </c:pt>
                <c:pt idx="45">
                  <c:v>371598749</c:v>
                </c:pt>
                <c:pt idx="46">
                  <c:v>375909963</c:v>
                </c:pt>
                <c:pt idx="47">
                  <c:v>380105938</c:v>
                </c:pt>
                <c:pt idx="48">
                  <c:v>384214554</c:v>
                </c:pt>
                <c:pt idx="49">
                  <c:v>388272882</c:v>
                </c:pt>
                <c:pt idx="50">
                  <c:v>392200507</c:v>
                </c:pt>
                <c:pt idx="51">
                  <c:v>396272340</c:v>
                </c:pt>
                <c:pt idx="52">
                  <c:v>400315907</c:v>
                </c:pt>
                <c:pt idx="53">
                  <c:v>404321311</c:v>
                </c:pt>
                <c:pt idx="54">
                  <c:v>408271864</c:v>
                </c:pt>
                <c:pt idx="55">
                  <c:v>412155398</c:v>
                </c:pt>
                <c:pt idx="56">
                  <c:v>415967283</c:v>
                </c:pt>
                <c:pt idx="57">
                  <c:v>419712493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8A-42D2-991D-F314A1DB570E}"/>
            </c:ext>
          </c:extLst>
        </c:ser>
        <c:ser>
          <c:idx val="3"/>
          <c:order val="3"/>
          <c:tx>
            <c:strRef>
              <c:f>area!$A$5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area!$B$5:$BG$5</c:f>
              <c:numCache>
                <c:formatCode>General</c:formatCode>
                <c:ptCount val="58"/>
                <c:pt idx="0">
                  <c:v>282962801</c:v>
                </c:pt>
                <c:pt idx="1">
                  <c:v>289804906</c:v>
                </c:pt>
                <c:pt idx="2">
                  <c:v>296899168</c:v>
                </c:pt>
                <c:pt idx="3">
                  <c:v>304243902</c:v>
                </c:pt>
                <c:pt idx="4">
                  <c:v>311834464</c:v>
                </c:pt>
                <c:pt idx="5">
                  <c:v>319670091</c:v>
                </c:pt>
                <c:pt idx="6">
                  <c:v>327757548</c:v>
                </c:pt>
                <c:pt idx="7">
                  <c:v>336108576</c:v>
                </c:pt>
                <c:pt idx="8">
                  <c:v>344734523</c:v>
                </c:pt>
                <c:pt idx="9">
                  <c:v>353648883</c:v>
                </c:pt>
                <c:pt idx="10">
                  <c:v>362866749</c:v>
                </c:pt>
                <c:pt idx="11">
                  <c:v>372392922</c:v>
                </c:pt>
                <c:pt idx="12">
                  <c:v>382242866</c:v>
                </c:pt>
                <c:pt idx="13">
                  <c:v>392446730</c:v>
                </c:pt>
                <c:pt idx="14">
                  <c:v>403043547</c:v>
                </c:pt>
                <c:pt idx="15">
                  <c:v>414062735</c:v>
                </c:pt>
                <c:pt idx="16">
                  <c:v>425515936</c:v>
                </c:pt>
                <c:pt idx="17">
                  <c:v>437404337</c:v>
                </c:pt>
                <c:pt idx="18">
                  <c:v>449724385</c:v>
                </c:pt>
                <c:pt idx="19">
                  <c:v>462479947</c:v>
                </c:pt>
                <c:pt idx="20">
                  <c:v>475661437</c:v>
                </c:pt>
                <c:pt idx="21">
                  <c:v>489260034</c:v>
                </c:pt>
                <c:pt idx="22">
                  <c:v>503271364</c:v>
                </c:pt>
                <c:pt idx="23">
                  <c:v>517696750</c:v>
                </c:pt>
                <c:pt idx="24">
                  <c:v>532544800</c:v>
                </c:pt>
                <c:pt idx="25">
                  <c:v>547806342</c:v>
                </c:pt>
                <c:pt idx="26">
                  <c:v>563487523</c:v>
                </c:pt>
                <c:pt idx="27">
                  <c:v>579567195</c:v>
                </c:pt>
                <c:pt idx="28">
                  <c:v>595970378</c:v>
                </c:pt>
                <c:pt idx="29">
                  <c:v>612610898</c:v>
                </c:pt>
                <c:pt idx="30">
                  <c:v>629422212</c:v>
                </c:pt>
                <c:pt idx="31">
                  <c:v>646391288</c:v>
                </c:pt>
                <c:pt idx="32">
                  <c:v>663532815</c:v>
                </c:pt>
                <c:pt idx="33">
                  <c:v>680861298</c:v>
                </c:pt>
                <c:pt idx="34">
                  <c:v>698411221</c:v>
                </c:pt>
                <c:pt idx="35">
                  <c:v>716203914</c:v>
                </c:pt>
                <c:pt idx="36">
                  <c:v>734266451</c:v>
                </c:pt>
                <c:pt idx="37">
                  <c:v>752618184</c:v>
                </c:pt>
                <c:pt idx="38">
                  <c:v>771291222</c:v>
                </c:pt>
                <c:pt idx="39">
                  <c:v>790332311</c:v>
                </c:pt>
                <c:pt idx="40">
                  <c:v>809778881</c:v>
                </c:pt>
                <c:pt idx="41">
                  <c:v>829656741</c:v>
                </c:pt>
                <c:pt idx="42">
                  <c:v>850010369</c:v>
                </c:pt>
                <c:pt idx="43">
                  <c:v>870914812</c:v>
                </c:pt>
                <c:pt idx="44">
                  <c:v>892466739</c:v>
                </c:pt>
                <c:pt idx="45">
                  <c:v>914742174</c:v>
                </c:pt>
                <c:pt idx="46">
                  <c:v>937768817</c:v>
                </c:pt>
                <c:pt idx="47">
                  <c:v>961556269</c:v>
                </c:pt>
                <c:pt idx="48">
                  <c:v>986138494</c:v>
                </c:pt>
                <c:pt idx="49">
                  <c:v>1011540481</c:v>
                </c:pt>
                <c:pt idx="50">
                  <c:v>1037780290</c:v>
                </c:pt>
                <c:pt idx="51">
                  <c:v>1064861709</c:v>
                </c:pt>
                <c:pt idx="52">
                  <c:v>1089525787</c:v>
                </c:pt>
                <c:pt idx="53">
                  <c:v>1118176688</c:v>
                </c:pt>
                <c:pt idx="54">
                  <c:v>1147512960</c:v>
                </c:pt>
                <c:pt idx="55">
                  <c:v>1177462092</c:v>
                </c:pt>
                <c:pt idx="56">
                  <c:v>1207999977</c:v>
                </c:pt>
                <c:pt idx="57">
                  <c:v>1239112130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18A-42D2-991D-F314A1DB570E}"/>
            </c:ext>
          </c:extLst>
        </c:ser>
        <c:ser>
          <c:idx val="5"/>
          <c:order val="4"/>
          <c:tx>
            <c:strRef>
              <c:f>area!$A$6</c:f>
              <c:strCache>
                <c:ptCount val="1"/>
                <c:pt idx="0">
                  <c:v>Other Asia</c:v>
                </c:pt>
              </c:strCache>
            </c:strRef>
          </c:tx>
          <c:spPr>
            <a:solidFill>
              <a:srgbClr val="0D1A63"/>
            </a:solidFill>
            <a:ln w="25400"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area!$B$6:$BG$6</c:f>
              <c:numCache>
                <c:formatCode>General</c:formatCode>
                <c:ptCount val="58"/>
                <c:pt idx="0">
                  <c:v>593457984</c:v>
                </c:pt>
                <c:pt idx="1">
                  <c:v>609552107</c:v>
                </c:pt>
                <c:pt idx="2">
                  <c:v>624529588</c:v>
                </c:pt>
                <c:pt idx="3">
                  <c:v>639892199</c:v>
                </c:pt>
                <c:pt idx="4">
                  <c:v>655710649</c:v>
                </c:pt>
                <c:pt idx="5">
                  <c:v>671993411</c:v>
                </c:pt>
                <c:pt idx="6">
                  <c:v>688624729</c:v>
                </c:pt>
                <c:pt idx="7">
                  <c:v>705593099</c:v>
                </c:pt>
                <c:pt idx="8">
                  <c:v>722253660</c:v>
                </c:pt>
                <c:pt idx="9">
                  <c:v>740906594</c:v>
                </c:pt>
                <c:pt idx="10">
                  <c:v>758698351</c:v>
                </c:pt>
                <c:pt idx="11">
                  <c:v>776839675</c:v>
                </c:pt>
                <c:pt idx="12">
                  <c:v>794979486</c:v>
                </c:pt>
                <c:pt idx="13">
                  <c:v>812664212</c:v>
                </c:pt>
                <c:pt idx="14">
                  <c:v>831923987</c:v>
                </c:pt>
                <c:pt idx="15">
                  <c:v>851044275</c:v>
                </c:pt>
                <c:pt idx="16">
                  <c:v>869510285</c:v>
                </c:pt>
                <c:pt idx="17">
                  <c:v>888612457</c:v>
                </c:pt>
                <c:pt idx="18">
                  <c:v>908093123</c:v>
                </c:pt>
                <c:pt idx="19">
                  <c:v>928074533</c:v>
                </c:pt>
                <c:pt idx="20">
                  <c:v>948670183</c:v>
                </c:pt>
                <c:pt idx="21">
                  <c:v>970003231</c:v>
                </c:pt>
                <c:pt idx="22">
                  <c:v>991896708</c:v>
                </c:pt>
                <c:pt idx="23">
                  <c:v>1014157105</c:v>
                </c:pt>
                <c:pt idx="24">
                  <c:v>1036610770</c:v>
                </c:pt>
                <c:pt idx="25">
                  <c:v>1059207247</c:v>
                </c:pt>
                <c:pt idx="26">
                  <c:v>1082046798</c:v>
                </c:pt>
                <c:pt idx="27">
                  <c:v>1105001496</c:v>
                </c:pt>
                <c:pt idx="28">
                  <c:v>1128038835</c:v>
                </c:pt>
                <c:pt idx="29">
                  <c:v>1151042613</c:v>
                </c:pt>
                <c:pt idx="30">
                  <c:v>1176121556</c:v>
                </c:pt>
                <c:pt idx="31">
                  <c:v>1199463646</c:v>
                </c:pt>
                <c:pt idx="32">
                  <c:v>1220495550</c:v>
                </c:pt>
                <c:pt idx="33">
                  <c:v>1243250367</c:v>
                </c:pt>
                <c:pt idx="34">
                  <c:v>1265672585</c:v>
                </c:pt>
                <c:pt idx="35">
                  <c:v>1289392761</c:v>
                </c:pt>
                <c:pt idx="36">
                  <c:v>1311201714</c:v>
                </c:pt>
                <c:pt idx="37">
                  <c:v>1332719121</c:v>
                </c:pt>
                <c:pt idx="38">
                  <c:v>1353912687</c:v>
                </c:pt>
                <c:pt idx="39">
                  <c:v>1374880065</c:v>
                </c:pt>
                <c:pt idx="40">
                  <c:v>1396148605</c:v>
                </c:pt>
                <c:pt idx="41">
                  <c:v>1417600165</c:v>
                </c:pt>
                <c:pt idx="42">
                  <c:v>1438978911</c:v>
                </c:pt>
                <c:pt idx="43">
                  <c:v>1460308367</c:v>
                </c:pt>
                <c:pt idx="44">
                  <c:v>1481525275</c:v>
                </c:pt>
                <c:pt idx="45">
                  <c:v>1502742818</c:v>
                </c:pt>
                <c:pt idx="46">
                  <c:v>1524306416</c:v>
                </c:pt>
                <c:pt idx="47">
                  <c:v>1545884222</c:v>
                </c:pt>
                <c:pt idx="48">
                  <c:v>1568095453</c:v>
                </c:pt>
                <c:pt idx="49">
                  <c:v>1590474798</c:v>
                </c:pt>
                <c:pt idx="50">
                  <c:v>1612945414</c:v>
                </c:pt>
                <c:pt idx="51">
                  <c:v>1635473124</c:v>
                </c:pt>
                <c:pt idx="52">
                  <c:v>1657764920</c:v>
                </c:pt>
                <c:pt idx="53">
                  <c:v>1680308464</c:v>
                </c:pt>
                <c:pt idx="54">
                  <c:v>1702994985</c:v>
                </c:pt>
                <c:pt idx="55">
                  <c:v>1725579006</c:v>
                </c:pt>
                <c:pt idx="56">
                  <c:v>1748020029</c:v>
                </c:pt>
                <c:pt idx="57">
                  <c:v>1770146244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8A-42D2-991D-F314A1DB570E}"/>
            </c:ext>
          </c:extLst>
        </c:ser>
        <c:ser>
          <c:idx val="6"/>
          <c:order val="5"/>
          <c:tx>
            <c:strRef>
              <c:f>area!$A$7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5B73C4"/>
            </a:solidFill>
            <a:ln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area!$B$7:$BG$7</c:f>
              <c:numCache>
                <c:formatCode>General</c:formatCode>
                <c:ptCount val="58"/>
                <c:pt idx="0">
                  <c:v>670313396</c:v>
                </c:pt>
                <c:pt idx="1">
                  <c:v>663668562</c:v>
                </c:pt>
                <c:pt idx="2">
                  <c:v>669251383</c:v>
                </c:pt>
                <c:pt idx="3">
                  <c:v>685940145</c:v>
                </c:pt>
                <c:pt idx="4">
                  <c:v>702053161</c:v>
                </c:pt>
                <c:pt idx="5">
                  <c:v>718986128</c:v>
                </c:pt>
                <c:pt idx="6">
                  <c:v>739243092</c:v>
                </c:pt>
                <c:pt idx="7">
                  <c:v>758496218</c:v>
                </c:pt>
                <c:pt idx="8">
                  <c:v>778545700</c:v>
                </c:pt>
                <c:pt idx="9">
                  <c:v>800129739</c:v>
                </c:pt>
                <c:pt idx="10">
                  <c:v>822520194</c:v>
                </c:pt>
                <c:pt idx="11">
                  <c:v>845399038</c:v>
                </c:pt>
                <c:pt idx="12">
                  <c:v>866402367</c:v>
                </c:pt>
                <c:pt idx="13">
                  <c:v>886428547</c:v>
                </c:pt>
                <c:pt idx="14">
                  <c:v>904972085</c:v>
                </c:pt>
                <c:pt idx="15">
                  <c:v>921098228</c:v>
                </c:pt>
                <c:pt idx="16">
                  <c:v>935442075</c:v>
                </c:pt>
                <c:pt idx="17">
                  <c:v>948275378</c:v>
                </c:pt>
                <c:pt idx="18">
                  <c:v>961067671</c:v>
                </c:pt>
                <c:pt idx="19">
                  <c:v>974170140</c:v>
                </c:pt>
                <c:pt idx="20">
                  <c:v>986536171</c:v>
                </c:pt>
                <c:pt idx="21">
                  <c:v>999311773</c:v>
                </c:pt>
                <c:pt idx="22">
                  <c:v>1014145658</c:v>
                </c:pt>
                <c:pt idx="23">
                  <c:v>1028916031</c:v>
                </c:pt>
                <c:pt idx="24">
                  <c:v>1042494818</c:v>
                </c:pt>
                <c:pt idx="25">
                  <c:v>1056779703</c:v>
                </c:pt>
                <c:pt idx="26">
                  <c:v>1072610191</c:v>
                </c:pt>
                <c:pt idx="27">
                  <c:v>1089923680</c:v>
                </c:pt>
                <c:pt idx="28">
                  <c:v>1107578373</c:v>
                </c:pt>
                <c:pt idx="29">
                  <c:v>1124668983</c:v>
                </c:pt>
                <c:pt idx="30">
                  <c:v>1141233308</c:v>
                </c:pt>
                <c:pt idx="31">
                  <c:v>1156885626</c:v>
                </c:pt>
                <c:pt idx="32">
                  <c:v>1171132811</c:v>
                </c:pt>
                <c:pt idx="33">
                  <c:v>1184711199</c:v>
                </c:pt>
                <c:pt idx="34">
                  <c:v>1198248198</c:v>
                </c:pt>
                <c:pt idx="35">
                  <c:v>1211396613</c:v>
                </c:pt>
                <c:pt idx="36">
                  <c:v>1224378873</c:v>
                </c:pt>
                <c:pt idx="37">
                  <c:v>1236965652</c:v>
                </c:pt>
                <c:pt idx="38">
                  <c:v>1248888316</c:v>
                </c:pt>
                <c:pt idx="39">
                  <c:v>1259759883</c:v>
                </c:pt>
                <c:pt idx="40">
                  <c:v>1269737782</c:v>
                </c:pt>
                <c:pt idx="41">
                  <c:v>1279002238</c:v>
                </c:pt>
                <c:pt idx="42">
                  <c:v>1287592921</c:v>
                </c:pt>
                <c:pt idx="43">
                  <c:v>1295590965</c:v>
                </c:pt>
                <c:pt idx="44">
                  <c:v>1303330097</c:v>
                </c:pt>
                <c:pt idx="45">
                  <c:v>1311016058</c:v>
                </c:pt>
                <c:pt idx="46">
                  <c:v>1318370899</c:v>
                </c:pt>
                <c:pt idx="47">
                  <c:v>1325305811</c:v>
                </c:pt>
                <c:pt idx="48">
                  <c:v>1332128039</c:v>
                </c:pt>
                <c:pt idx="49">
                  <c:v>1338759200</c:v>
                </c:pt>
                <c:pt idx="50">
                  <c:v>1345267419</c:v>
                </c:pt>
                <c:pt idx="51">
                  <c:v>1351752432</c:v>
                </c:pt>
                <c:pt idx="52">
                  <c:v>1358409139</c:v>
                </c:pt>
                <c:pt idx="53">
                  <c:v>1365136272</c:v>
                </c:pt>
                <c:pt idx="54">
                  <c:v>1372089708</c:v>
                </c:pt>
                <c:pt idx="55">
                  <c:v>1379113385</c:v>
                </c:pt>
                <c:pt idx="56">
                  <c:v>1386614436</c:v>
                </c:pt>
                <c:pt idx="57">
                  <c:v>1394409285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18A-42D2-991D-F314A1DB570E}"/>
            </c:ext>
          </c:extLst>
        </c:ser>
        <c:ser>
          <c:idx val="7"/>
          <c:order val="6"/>
          <c:tx>
            <c:strRef>
              <c:f>area!$A$8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A8B4DE"/>
            </a:solidFill>
            <a:ln>
              <a:noFill/>
            </a:ln>
            <a:effectLst/>
          </c:spPr>
          <c:cat>
            <c:numRef>
              <c:f>area!$B$1:$BG$1</c:f>
              <c:numCache>
                <c:formatCode>General</c:formatCode>
                <c:ptCount val="58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</c:numCache>
            </c:numRef>
          </c:cat>
          <c:val>
            <c:numRef>
              <c:f>area!$B$8:$BG$8</c:f>
              <c:numCache>
                <c:formatCode>General</c:formatCode>
                <c:ptCount val="58"/>
                <c:pt idx="0">
                  <c:v>450547679</c:v>
                </c:pt>
                <c:pt idx="1">
                  <c:v>459642165</c:v>
                </c:pt>
                <c:pt idx="2">
                  <c:v>469077190</c:v>
                </c:pt>
                <c:pt idx="3">
                  <c:v>478825608</c:v>
                </c:pt>
                <c:pt idx="4">
                  <c:v>488848135</c:v>
                </c:pt>
                <c:pt idx="5">
                  <c:v>499123324</c:v>
                </c:pt>
                <c:pt idx="6">
                  <c:v>509631500</c:v>
                </c:pt>
                <c:pt idx="7">
                  <c:v>520400576</c:v>
                </c:pt>
                <c:pt idx="8">
                  <c:v>531513824</c:v>
                </c:pt>
                <c:pt idx="9">
                  <c:v>543084336</c:v>
                </c:pt>
                <c:pt idx="10">
                  <c:v>555189792</c:v>
                </c:pt>
                <c:pt idx="11">
                  <c:v>567868018</c:v>
                </c:pt>
                <c:pt idx="12">
                  <c:v>581087256</c:v>
                </c:pt>
                <c:pt idx="13">
                  <c:v>594770134</c:v>
                </c:pt>
                <c:pt idx="14">
                  <c:v>608802600</c:v>
                </c:pt>
                <c:pt idx="15">
                  <c:v>623102897</c:v>
                </c:pt>
                <c:pt idx="16">
                  <c:v>637630087</c:v>
                </c:pt>
                <c:pt idx="17">
                  <c:v>652408776</c:v>
                </c:pt>
                <c:pt idx="18">
                  <c:v>667499806</c:v>
                </c:pt>
                <c:pt idx="19">
                  <c:v>682995354</c:v>
                </c:pt>
                <c:pt idx="20">
                  <c:v>698952844</c:v>
                </c:pt>
                <c:pt idx="21">
                  <c:v>715384993</c:v>
                </c:pt>
                <c:pt idx="22">
                  <c:v>732239504</c:v>
                </c:pt>
                <c:pt idx="23">
                  <c:v>749428958</c:v>
                </c:pt>
                <c:pt idx="24">
                  <c:v>766833410</c:v>
                </c:pt>
                <c:pt idx="25">
                  <c:v>784360008</c:v>
                </c:pt>
                <c:pt idx="26">
                  <c:v>801975244</c:v>
                </c:pt>
                <c:pt idx="27">
                  <c:v>819682102</c:v>
                </c:pt>
                <c:pt idx="28">
                  <c:v>837468930</c:v>
                </c:pt>
                <c:pt idx="29">
                  <c:v>855334678</c:v>
                </c:pt>
                <c:pt idx="30">
                  <c:v>873277798</c:v>
                </c:pt>
                <c:pt idx="31">
                  <c:v>891273209</c:v>
                </c:pt>
                <c:pt idx="32">
                  <c:v>909307016</c:v>
                </c:pt>
                <c:pt idx="33">
                  <c:v>927403860</c:v>
                </c:pt>
                <c:pt idx="34">
                  <c:v>945601831</c:v>
                </c:pt>
                <c:pt idx="35">
                  <c:v>963922588</c:v>
                </c:pt>
                <c:pt idx="36">
                  <c:v>982365243</c:v>
                </c:pt>
                <c:pt idx="37">
                  <c:v>1000900030</c:v>
                </c:pt>
                <c:pt idx="38">
                  <c:v>1019483581</c:v>
                </c:pt>
                <c:pt idx="39">
                  <c:v>1038058156</c:v>
                </c:pt>
                <c:pt idx="40">
                  <c:v>1056575549</c:v>
                </c:pt>
                <c:pt idx="41">
                  <c:v>1075000085</c:v>
                </c:pt>
                <c:pt idx="42">
                  <c:v>1093317189</c:v>
                </c:pt>
                <c:pt idx="43">
                  <c:v>1111523144</c:v>
                </c:pt>
                <c:pt idx="44">
                  <c:v>1129623456</c:v>
                </c:pt>
                <c:pt idx="45">
                  <c:v>1147609927</c:v>
                </c:pt>
                <c:pt idx="46">
                  <c:v>1165486291</c:v>
                </c:pt>
                <c:pt idx="47">
                  <c:v>1183209472</c:v>
                </c:pt>
                <c:pt idx="48">
                  <c:v>1200669765</c:v>
                </c:pt>
                <c:pt idx="49">
                  <c:v>1217726215</c:v>
                </c:pt>
                <c:pt idx="50">
                  <c:v>1234281170</c:v>
                </c:pt>
                <c:pt idx="51">
                  <c:v>1250288729</c:v>
                </c:pt>
                <c:pt idx="52">
                  <c:v>1265782790</c:v>
                </c:pt>
                <c:pt idx="53">
                  <c:v>1280846129</c:v>
                </c:pt>
                <c:pt idx="54">
                  <c:v>1295604184</c:v>
                </c:pt>
                <c:pt idx="55">
                  <c:v>1310152403</c:v>
                </c:pt>
                <c:pt idx="56">
                  <c:v>1324509589</c:v>
                </c:pt>
                <c:pt idx="57">
                  <c:v>1338658835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8A-42D2-991D-F314A1DB5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7315744"/>
        <c:axId val="1837309984"/>
      </c:areaChart>
      <c:catAx>
        <c:axId val="18373157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837309984"/>
        <c:crosses val="autoZero"/>
        <c:auto val="1"/>
        <c:lblAlgn val="ctr"/>
        <c:lblOffset val="100"/>
        <c:noMultiLvlLbl val="0"/>
      </c:catAx>
      <c:valAx>
        <c:axId val="1837309984"/>
        <c:scaling>
          <c:orientation val="minMax"/>
        </c:scaling>
        <c:delete val="0"/>
        <c:axPos val="l"/>
        <c:numFmt formatCode="0,,,&quot;B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8373157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501692913385826"/>
          <c:y val="0.93394719634471279"/>
          <c:w val="0.85663267716535429"/>
          <c:h val="5.09584610426308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waterfall!$J$4:$J$13</cx:f>
        <cx:lvl ptCount="10">
          <cx:pt idx="0">Revenue</cx:pt>
          <cx:pt idx="1">COGS</cx:pt>
          <cx:pt idx="2">Depreciation</cx:pt>
          <cx:pt idx="3">S&amp;M</cx:pt>
          <cx:pt idx="4">G&amp;A</cx:pt>
          <cx:pt idx="5">Interest</cx:pt>
          <cx:pt idx="6">Others</cx:pt>
          <cx:pt idx="7">R&amp;D</cx:pt>
          <cx:pt idx="8">Income Tax</cx:pt>
          <cx:pt idx="9">Net Income</cx:pt>
        </cx:lvl>
      </cx:strDim>
      <cx:numDim type="val">
        <cx:f>waterfall!$K$4:$K$13</cx:f>
        <cx:lvl ptCount="10" formatCode="_(* #,##0_);_(* \(#,##0\);_(* &quot;-&quot;??_);_(@_)">
          <cx:pt idx="0">12500000</cx:pt>
          <cx:pt idx="1">-4800000</cx:pt>
          <cx:pt idx="2">-420000</cx:pt>
          <cx:pt idx="3">-1200000</cx:pt>
          <cx:pt idx="4">-850000</cx:pt>
          <cx:pt idx="5">-280000</cx:pt>
          <cx:pt idx="6">540000</cx:pt>
          <cx:pt idx="7">-1900000</cx:pt>
          <cx:pt idx="8">-740000</cx:pt>
          <cx:pt idx="9">2850000</cx:pt>
        </cx:lvl>
      </cx:numDim>
    </cx:data>
  </cx:chartData>
  <cx:chart>
    <cx:plotArea>
      <cx:plotAreaRegion>
        <cx:plotSurface>
          <cx:spPr>
            <a:noFill/>
            <a:ln>
              <a:noFill/>
            </a:ln>
          </cx:spPr>
        </cx:plotSurface>
        <cx:series layoutId="waterfall" uniqueId="{00000000-9E38-47B0-B1EA-C51798F7C73D}">
          <cx:tx>
            <cx:txData>
              <cx:f>waterfall!$K$3</cx:f>
              <cx:v>Amount ($000s)</cx:v>
            </cx:txData>
          </cx:tx>
          <cx:spPr>
            <a:solidFill>
              <a:srgbClr val="FAB69B"/>
            </a:solidFill>
          </cx:spPr>
          <cx:dataPt idx="0">
            <cx:spPr>
              <a:solidFill>
                <a:srgbClr val="5B73C4"/>
              </a:solidFill>
            </cx:spPr>
          </cx:dataPt>
          <cx:dataPt idx="6">
            <cx:spPr>
              <a:solidFill>
                <a:srgbClr val="5B73C4"/>
              </a:solidFill>
            </cx:spPr>
          </cx:dataPt>
          <cx:dataPt idx="9">
            <cx:spPr>
              <a:solidFill>
                <a:srgbClr val="0D1A63"/>
              </a:solidFill>
            </cx:spPr>
          </cx:dataPt>
          <cx:dataLabels pos="outEnd">
            <cx:numFmt formatCode="0.0,,&quot;M&quot;" sourceLinked="0"/>
            <cx:txPr>
              <a:bodyPr vertOverflow="overflow" horzOverflow="overflow" wrap="square" lIns="0" tIns="0" rIns="0" bIns="0"/>
              <a:lstStyle/>
              <a:p>
                <a:pPr algn="ctr" rtl="0">
                  <a:defRPr sz="900" b="1" i="0">
                    <a:solidFill>
                      <a:srgbClr val="595959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 b="1">
                  <a:latin typeface="Roboto" panose="02000000000000000000" pitchFamily="2" charset="0"/>
                  <a:ea typeface="Roboto" panose="02000000000000000000" pitchFamily="2" charset="0"/>
                </a:endParaRPr>
              </a:p>
            </cx:txPr>
            <cx:visibility seriesName="0" categoryName="0" value="1"/>
            <cx:separator>, </cx:separator>
            <cx:dataLabel idx="9">
              <cx:numFmt formatCode="0.0,,&quot;M&quot;" sourceLinked="0"/>
              <cx:txPr>
                <a:bodyPr vertOverflow="overflow" horzOverflow="overflow" wrap="square" lIns="0" tIns="0" rIns="0" bIns="0"/>
                <a:lstStyle/>
                <a:p>
                  <a:pPr algn="ctr" rtl="0">
                    <a:defRPr b="1"/>
                  </a:pPr>
                  <a:r>
                    <a:rPr lang="en-US" b="1">
                      <a:latin typeface="Roboto" panose="02000000000000000000" pitchFamily="2" charset="0"/>
                      <a:ea typeface="Roboto" panose="02000000000000000000" pitchFamily="2" charset="0"/>
                    </a:rPr>
                    <a:t>2.9M</a:t>
                  </a:r>
                </a:p>
              </cx:txPr>
              <cx:visibility seriesName="0" categoryName="0" value="1"/>
              <cx:separator>, </cx:separator>
            </cx:dataLabel>
            <cx:dataLabelHidden idx="2"/>
            <cx:dataLabelHidden idx="3"/>
            <cx:dataLabelHidden idx="4"/>
            <cx:dataLabelHidden idx="5"/>
            <cx:dataLabelHidden idx="6"/>
            <cx:dataLabelHidden idx="7"/>
            <cx:dataLabelHidden idx="8"/>
          </cx:dataLabels>
          <cx:dataId val="0"/>
          <cx:layoutPr>
            <cx:subtotals>
              <cx:idx val="9"/>
            </cx:subtotals>
          </cx:layoutPr>
        </cx:series>
      </cx:plotAreaRegion>
      <cx:axis id="0">
        <cx:catScaling gapWidth="0.349999994"/>
        <cx:tickLabels/>
        <cx:spPr>
          <a:ln w="6350">
            <a:solidFill>
              <a:schemeClr val="bg1">
                <a:lumMod val="75000"/>
              </a:schemeClr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5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 sz="1050" b="0" i="0" u="none" strike="noStrike" baseline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cx:txPr>
      </cx:axis>
      <cx:axis id="1">
        <cx:valScaling/>
        <cx:tickLabels/>
        <cx:numFmt formatCode="0,,&quot;M&quot;" sourceLinked="0"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cx:txPr>
      </cx:axis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8716-8EE1-F364-C4D8-D1FF74088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34686-3E2B-3B04-1F57-B16CD5F51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7394E-7E74-9B89-B7F4-553427479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4FCC5-934C-59FD-F043-5698EEC2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572F7-D348-9D08-5165-C5690C0B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67F8-CD6D-05C1-5DA7-F6C9CE62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A7252-7A62-FDD8-F266-601ED662B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90D6F-265C-BB35-CE9B-94B9E32A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0EA5-E222-CC84-E0C5-1A2EC668D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1476D-0A4F-8397-E5CC-208B0AC9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8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44EA-3F30-7D4A-C033-9F35CFFE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83BEB-C564-2686-FCB6-A116FED9B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E935E-DEBC-1300-AD65-24647576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AF7DE-38B5-B018-7AE2-C6A0CA96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4C86B-6BEA-996A-8BA2-1074B27F1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1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7CF3-6299-82A4-89F6-2E5918C0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2DEC0-8D0E-2EF6-6DEF-301C91FAB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F0FBB-2D40-145D-5BEC-2786297B5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596E1-5226-30F6-6D48-6DC56BDBB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543AA-E47B-3EE6-71D9-F3E5F607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0AD8D-9400-FB47-4FA4-30F12F78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8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AA24A-65C8-CFEF-9307-5D03DBE5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6031B-42E6-ABF2-BDD2-2E693E6B7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F2E0A-817F-13D6-CB7F-DC0EE46F4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27397-D23D-7BC3-778C-807B95089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0CCB-F868-C538-807B-9E6C1897E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EBF4B-A643-B1D0-460B-38EB2F44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0AD69-F76A-020F-55E5-99719AD8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550CD-D7A7-7C0A-9BE3-895F77F8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1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FEF3-BE1E-8808-32DF-7D9E65F6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199D6-F006-4837-338E-AD80BEE1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85F57-5355-DA97-B948-F62D3FD4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86E34-A3F7-7C78-2697-BB491CCD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2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5B201-2DE9-E296-E962-6A0E3F9F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73734-1A35-D5A6-9C07-E6D8A162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0574B-0139-A866-2B42-1661485F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2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88FD-99CE-6514-61B9-C05459E3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4D0F2-AB06-A810-F937-11DDA687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43864-2547-C108-FAB2-B3A12E2B5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538A-AC26-3F04-9230-544B1832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E5621-5944-73CD-0F1E-FB069334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6085D-2804-6A60-704D-C0CCE3FB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4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E702-87E6-5F8F-9272-39607711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B9CD4C-68C2-342E-FF4A-0D59D5671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91BA0-0372-6456-A4F4-E21B94CB6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CCDBD-5595-8C8B-89AF-354E9070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ACA19-F9ED-6AFE-4C88-7E14E609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3E7BE-E805-BB81-D1E1-CF103FD4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8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81C8-FB38-DB4C-45B0-9921CDC10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9E8BF-FDA2-D62F-F8CA-CA074FAFF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036F-0808-4A67-E083-800CF780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B4CDD-C48F-1499-B81D-58B438D5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E5FCC-7C4A-2CB2-2E7C-0C5D36A2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2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6EDBD-806F-2184-64CD-93D8F6732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2B704-35B5-7D74-65D8-6C31CCD13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C4975-7215-3DBA-D85B-D5A86DAA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79FCB-5283-37E2-635A-E063DF4A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9ED10-50E2-5111-C214-2EC4F602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2E5665-B26D-09D2-C5FC-B688CDD8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AE506-E05D-D3AF-98A6-5A31ED02A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11291-EC7C-3294-BFD0-240C65239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D4E4F-4EA3-4E03-A869-75AB751DA492}" type="datetimeFigureOut">
              <a:rPr lang="en-US" smtClean="0"/>
              <a:t>2026-05-23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86B99-1670-624E-63AC-16968C21B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12AA4-3F95-2B98-A479-0B215F2A0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3FA3D-EF7C-4AE8-856C-337E37C20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55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>
            <a:extLst>
              <a:ext uri="{FF2B5EF4-FFF2-40B4-BE49-F238E27FC236}">
                <a16:creationId xmlns:a16="http://schemas.microsoft.com/office/drawing/2014/main" id="{6644EC07-B138-EB12-8B4E-01E223283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692" y="130394"/>
            <a:ext cx="836598" cy="836598"/>
          </a:xfrm>
          <a:prstGeom prst="rect">
            <a:avLst/>
          </a:prstGeom>
          <a:noFill/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CD1F9111-C6F6-9EE7-B4D6-4ED17EEE6ACC}"/>
              </a:ext>
            </a:extLst>
          </p:cNvPr>
          <p:cNvSpPr txBox="1"/>
          <p:nvPr/>
        </p:nvSpPr>
        <p:spPr>
          <a:xfrm>
            <a:off x="5287961" y="3038475"/>
            <a:ext cx="1695450" cy="679450"/>
          </a:xfrm>
          <a:prstGeom prst="rect">
            <a:avLst/>
          </a:prstGeom>
          <a:noFill/>
          <a:ln>
            <a:solidFill>
              <a:srgbClr val="0D1A63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What would you
like to show?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AB57A5D-F737-4EED-F891-AD4B578EF187}"/>
              </a:ext>
            </a:extLst>
          </p:cNvPr>
          <p:cNvSpPr txBox="1"/>
          <p:nvPr/>
        </p:nvSpPr>
        <p:spPr>
          <a:xfrm>
            <a:off x="5287961" y="2473325"/>
            <a:ext cx="1695450" cy="260350"/>
          </a:xfrm>
          <a:prstGeom prst="rect">
            <a:avLst/>
          </a:prstGeom>
          <a:noFill/>
          <a:ln>
            <a:solidFill>
              <a:srgbClr val="0D1A63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COMPARISON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F9FE2F6-C345-1695-780E-DAC6C4C77EC2}"/>
              </a:ext>
            </a:extLst>
          </p:cNvPr>
          <p:cNvSpPr txBox="1"/>
          <p:nvPr/>
        </p:nvSpPr>
        <p:spPr>
          <a:xfrm>
            <a:off x="7221536" y="3251200"/>
            <a:ext cx="1279527" cy="254000"/>
          </a:xfrm>
          <a:prstGeom prst="rect">
            <a:avLst/>
          </a:prstGeom>
          <a:noFill/>
          <a:ln>
            <a:solidFill>
              <a:srgbClr val="F68048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kern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DISTRIBUTION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2C11C62-BB79-68A4-9C94-19534B0FD94D}"/>
              </a:ext>
            </a:extLst>
          </p:cNvPr>
          <p:cNvSpPr txBox="1"/>
          <p:nvPr/>
        </p:nvSpPr>
        <p:spPr>
          <a:xfrm>
            <a:off x="3770310" y="3251200"/>
            <a:ext cx="1279526" cy="254000"/>
          </a:xfrm>
          <a:prstGeom prst="rect">
            <a:avLst/>
          </a:prstGeom>
          <a:noFill/>
          <a:ln>
            <a:solidFill>
              <a:srgbClr val="D95B00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RELATIONSHIP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D7144E9-5BED-3BEF-2CB8-EC11BB80A71E}"/>
              </a:ext>
            </a:extLst>
          </p:cNvPr>
          <p:cNvSpPr txBox="1"/>
          <p:nvPr/>
        </p:nvSpPr>
        <p:spPr>
          <a:xfrm>
            <a:off x="5287963" y="4022725"/>
            <a:ext cx="1695448" cy="260350"/>
          </a:xfrm>
          <a:prstGeom prst="rect">
            <a:avLst/>
          </a:prstGeom>
          <a:noFill/>
          <a:ln>
            <a:solidFill>
              <a:srgbClr val="2E8B6E"/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COMPOSITION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10C4F70-359B-E68E-0832-FBA44E37B0D3}"/>
              </a:ext>
            </a:extLst>
          </p:cNvPr>
          <p:cNvSpPr txBox="1"/>
          <p:nvPr/>
        </p:nvSpPr>
        <p:spPr>
          <a:xfrm>
            <a:off x="10370557" y="2903264"/>
            <a:ext cx="1008642" cy="23314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HISTOGRAM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78131791-2CC4-2F2C-090F-9A4EE6FE1C37}"/>
              </a:ext>
            </a:extLst>
          </p:cNvPr>
          <p:cNvSpPr txBox="1"/>
          <p:nvPr/>
        </p:nvSpPr>
        <p:spPr>
          <a:xfrm>
            <a:off x="10343354" y="3508375"/>
            <a:ext cx="1399385" cy="2667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BOX &amp; WHISKERS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77A8DDD8-78FE-C563-4F85-B9E621BA75F0}"/>
              </a:ext>
            </a:extLst>
          </p:cNvPr>
          <p:cNvSpPr txBox="1"/>
          <p:nvPr/>
        </p:nvSpPr>
        <p:spPr>
          <a:xfrm>
            <a:off x="918359" y="5845450"/>
            <a:ext cx="1524000" cy="24884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DONUT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CF5FE843-14BD-1B88-CBD7-C2FB3884CBCE}"/>
              </a:ext>
            </a:extLst>
          </p:cNvPr>
          <p:cNvSpPr txBox="1"/>
          <p:nvPr/>
        </p:nvSpPr>
        <p:spPr>
          <a:xfrm>
            <a:off x="3032533" y="5842399"/>
            <a:ext cx="934237" cy="24110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TREE MAP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3B5BC2CE-5AFB-2B83-88FC-748585495EB8}"/>
              </a:ext>
            </a:extLst>
          </p:cNvPr>
          <p:cNvSpPr txBox="1"/>
          <p:nvPr/>
        </p:nvSpPr>
        <p:spPr>
          <a:xfrm>
            <a:off x="5014529" y="5678805"/>
            <a:ext cx="874698" cy="4572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STACKED </a:t>
            </a:r>
            <a:b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COLUMN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1687E7BD-99A5-CDA3-AD38-839BAF5BC681}"/>
              </a:ext>
            </a:extLst>
          </p:cNvPr>
          <p:cNvSpPr txBox="1"/>
          <p:nvPr/>
        </p:nvSpPr>
        <p:spPr>
          <a:xfrm>
            <a:off x="7185847" y="5680072"/>
            <a:ext cx="854052" cy="4572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STACKED </a:t>
            </a:r>
            <a:b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AREA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C2DD1D4A-B2FB-63EC-9EB3-8772141F6E2D}"/>
              </a:ext>
            </a:extLst>
          </p:cNvPr>
          <p:cNvSpPr txBox="1"/>
          <p:nvPr/>
        </p:nvSpPr>
        <p:spPr>
          <a:xfrm>
            <a:off x="8458205" y="5707047"/>
            <a:ext cx="854052" cy="39528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100% ST. </a:t>
            </a:r>
            <a:r>
              <a:rPr lang="en-US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COLUMN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A5B5438A-BDEE-5813-6A28-C0DC84A33E27}"/>
              </a:ext>
            </a:extLst>
          </p:cNvPr>
          <p:cNvSpPr txBox="1"/>
          <p:nvPr/>
        </p:nvSpPr>
        <p:spPr>
          <a:xfrm>
            <a:off x="3402007" y="1920477"/>
            <a:ext cx="1203324" cy="2540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OF CATEGORIES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F9A31CBF-F245-85C6-CB5D-EC9FB2219ADA}"/>
              </a:ext>
            </a:extLst>
          </p:cNvPr>
          <p:cNvSpPr txBox="1"/>
          <p:nvPr/>
        </p:nvSpPr>
        <p:spPr>
          <a:xfrm>
            <a:off x="6111880" y="5311769"/>
            <a:ext cx="758828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Discrete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1D21845C-33D9-8089-839B-658EE1A59491}"/>
              </a:ext>
            </a:extLst>
          </p:cNvPr>
          <p:cNvSpPr txBox="1"/>
          <p:nvPr/>
        </p:nvSpPr>
        <p:spPr>
          <a:xfrm>
            <a:off x="2239960" y="2565400"/>
            <a:ext cx="909637" cy="4572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2 VARIABLES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856DAE18-F589-42F0-C1B2-4BF3F68134E8}"/>
              </a:ext>
            </a:extLst>
          </p:cNvPr>
          <p:cNvSpPr txBox="1"/>
          <p:nvPr/>
        </p:nvSpPr>
        <p:spPr>
          <a:xfrm>
            <a:off x="2239960" y="3606800"/>
            <a:ext cx="909636" cy="4572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3 VARIABLES
(Continuous)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17C5E8DE-ED2D-00EF-731F-9B4870078726}"/>
              </a:ext>
            </a:extLst>
          </p:cNvPr>
          <p:cNvSpPr txBox="1"/>
          <p:nvPr/>
        </p:nvSpPr>
        <p:spPr>
          <a:xfrm>
            <a:off x="3054350" y="4276725"/>
            <a:ext cx="1539878" cy="4572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STATIC
(Discrete or Continuous)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B1A5EEFB-147B-403D-6BEF-88A0C0FEF683}"/>
              </a:ext>
            </a:extLst>
          </p:cNvPr>
          <p:cNvSpPr txBox="1"/>
          <p:nvPr/>
        </p:nvSpPr>
        <p:spPr>
          <a:xfrm>
            <a:off x="7901012" y="4422775"/>
            <a:ext cx="854053" cy="15914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OVER TIME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A8CB6508-F7A9-0AF7-1D60-796E4C757AF5}"/>
              </a:ext>
            </a:extLst>
          </p:cNvPr>
          <p:cNvSpPr txBox="1"/>
          <p:nvPr/>
        </p:nvSpPr>
        <p:spPr>
          <a:xfrm>
            <a:off x="2515987" y="5238750"/>
            <a:ext cx="1111648" cy="2667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SIMPLE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053A8E34-122B-9B95-DB38-5FFE6CDD6B8A}"/>
              </a:ext>
            </a:extLst>
          </p:cNvPr>
          <p:cNvSpPr txBox="1"/>
          <p:nvPr/>
        </p:nvSpPr>
        <p:spPr>
          <a:xfrm>
            <a:off x="3563936" y="5238750"/>
            <a:ext cx="1485900" cy="2667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COMPARE SEVERAL</a:t>
            </a:r>
          </a:p>
        </p:txBody>
      </p:sp>
      <p:sp>
        <p:nvSpPr>
          <p:cNvPr id="33" name="TextBox 31">
            <a:extLst>
              <a:ext uri="{FF2B5EF4-FFF2-40B4-BE49-F238E27FC236}">
                <a16:creationId xmlns:a16="http://schemas.microsoft.com/office/drawing/2014/main" id="{AEA944F5-F515-46F7-F4F3-C824F5604D30}"/>
              </a:ext>
            </a:extLst>
          </p:cNvPr>
          <p:cNvSpPr txBox="1"/>
          <p:nvPr/>
        </p:nvSpPr>
        <p:spPr>
          <a:xfrm>
            <a:off x="6111880" y="4817271"/>
            <a:ext cx="1968500" cy="242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ABSOLUTE DIFFERENCE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E200447-87D4-9751-A888-D72439B24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41275"/>
            <a:ext cx="711200" cy="711200"/>
          </a:xfrm>
          <a:prstGeom prst="rect">
            <a:avLst/>
          </a:prstGeom>
          <a:noFill/>
        </p:spPr>
      </p:pic>
      <p:sp>
        <p:nvSpPr>
          <p:cNvPr id="43" name="TextBox 31">
            <a:extLst>
              <a:ext uri="{FF2B5EF4-FFF2-40B4-BE49-F238E27FC236}">
                <a16:creationId xmlns:a16="http://schemas.microsoft.com/office/drawing/2014/main" id="{1C3F4E25-C7FB-AB0B-294D-73CCFF5152B2}"/>
              </a:ext>
            </a:extLst>
          </p:cNvPr>
          <p:cNvSpPr txBox="1"/>
          <p:nvPr/>
        </p:nvSpPr>
        <p:spPr>
          <a:xfrm>
            <a:off x="8501063" y="4817271"/>
            <a:ext cx="1968500" cy="24288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RELATIVE DIFFERENCE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04B28852-CB53-6DC4-C528-D369CBD09809}"/>
              </a:ext>
            </a:extLst>
          </p:cNvPr>
          <p:cNvSpPr txBox="1"/>
          <p:nvPr/>
        </p:nvSpPr>
        <p:spPr>
          <a:xfrm>
            <a:off x="7142166" y="5311766"/>
            <a:ext cx="938214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Continuous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0D1A63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5" name="TextBox 23">
            <a:extLst>
              <a:ext uri="{FF2B5EF4-FFF2-40B4-BE49-F238E27FC236}">
                <a16:creationId xmlns:a16="http://schemas.microsoft.com/office/drawing/2014/main" id="{1E289F21-908F-6A1D-B7BC-F5439578D902}"/>
              </a:ext>
            </a:extLst>
          </p:cNvPr>
          <p:cNvSpPr txBox="1"/>
          <p:nvPr/>
        </p:nvSpPr>
        <p:spPr>
          <a:xfrm>
            <a:off x="8501063" y="5311766"/>
            <a:ext cx="758828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Discrete</a:t>
            </a:r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17B721CC-E8F2-0E5C-1D4F-D5FB4862B6BD}"/>
              </a:ext>
            </a:extLst>
          </p:cNvPr>
          <p:cNvSpPr txBox="1"/>
          <p:nvPr/>
        </p:nvSpPr>
        <p:spPr>
          <a:xfrm>
            <a:off x="9531349" y="5311766"/>
            <a:ext cx="938214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Continuous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0D1A63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752FA5C7-295D-CB44-E9AC-1EC823617465}"/>
              </a:ext>
            </a:extLst>
          </p:cNvPr>
          <p:cNvSpPr txBox="1"/>
          <p:nvPr/>
        </p:nvSpPr>
        <p:spPr>
          <a:xfrm>
            <a:off x="8870952" y="3521075"/>
            <a:ext cx="614361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Discrete</a:t>
            </a: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84AB25E0-0B5C-A7CA-8236-A0FB10300A50}"/>
              </a:ext>
            </a:extLst>
          </p:cNvPr>
          <p:cNvSpPr txBox="1"/>
          <p:nvPr/>
        </p:nvSpPr>
        <p:spPr>
          <a:xfrm>
            <a:off x="8876483" y="2895110"/>
            <a:ext cx="781075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kern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Continuous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6804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1828270E-D9A0-9FB2-E257-5FA91E5F0121}"/>
              </a:ext>
            </a:extLst>
          </p:cNvPr>
          <p:cNvSpPr txBox="1"/>
          <p:nvPr/>
        </p:nvSpPr>
        <p:spPr>
          <a:xfrm>
            <a:off x="7154856" y="1920477"/>
            <a:ext cx="1203324" cy="2540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OVER TIME</a:t>
            </a: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221FC7C6-BCE8-B3A4-FDFA-9083ACFC9085}"/>
              </a:ext>
            </a:extLst>
          </p:cNvPr>
          <p:cNvSpPr txBox="1"/>
          <p:nvPr/>
        </p:nvSpPr>
        <p:spPr>
          <a:xfrm>
            <a:off x="3094835" y="1419219"/>
            <a:ext cx="758828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Discrete</a:t>
            </a:r>
          </a:p>
        </p:txBody>
      </p:sp>
      <p:sp>
        <p:nvSpPr>
          <p:cNvPr id="51" name="TextBox 23">
            <a:extLst>
              <a:ext uri="{FF2B5EF4-FFF2-40B4-BE49-F238E27FC236}">
                <a16:creationId xmlns:a16="http://schemas.microsoft.com/office/drawing/2014/main" id="{96713F2E-B2EE-418E-0CD3-4B01B4414BB3}"/>
              </a:ext>
            </a:extLst>
          </p:cNvPr>
          <p:cNvSpPr txBox="1"/>
          <p:nvPr/>
        </p:nvSpPr>
        <p:spPr>
          <a:xfrm>
            <a:off x="4125121" y="1419216"/>
            <a:ext cx="938214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Continuous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0D1A63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53B775BE-5645-0D9C-1A94-E56EB8254F51}"/>
              </a:ext>
            </a:extLst>
          </p:cNvPr>
          <p:cNvSpPr txBox="1"/>
          <p:nvPr/>
        </p:nvSpPr>
        <p:spPr>
          <a:xfrm>
            <a:off x="6902452" y="1419216"/>
            <a:ext cx="758828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Discrete</a:t>
            </a: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E73FCEB1-088B-40EA-B98F-3F19A1D7369C}"/>
              </a:ext>
            </a:extLst>
          </p:cNvPr>
          <p:cNvSpPr txBox="1"/>
          <p:nvPr/>
        </p:nvSpPr>
        <p:spPr>
          <a:xfrm>
            <a:off x="7923213" y="1419216"/>
            <a:ext cx="957264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Continuous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0D1A63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7506CA5-D6D2-A02C-E3B9-174CE861E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095" y="6117118"/>
            <a:ext cx="685796" cy="685796"/>
          </a:xfrm>
          <a:prstGeom prst="rect">
            <a:avLst/>
          </a:prstGeom>
          <a:noFill/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7DEB3B3-5BF2-390E-1BCC-0A6E465B4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558" y="6096639"/>
            <a:ext cx="685796" cy="685796"/>
          </a:xfrm>
          <a:prstGeom prst="rect">
            <a:avLst/>
          </a:prstGeom>
          <a:noFill/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197AAEB-2217-1275-D92B-FC3E35829C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446" y="6073462"/>
            <a:ext cx="735007" cy="735007"/>
          </a:xfrm>
          <a:prstGeom prst="rect">
            <a:avLst/>
          </a:prstGeom>
          <a:noFill/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B9572BE-C2C6-521F-A5C3-CF4645DB17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769" y="6071396"/>
            <a:ext cx="735007" cy="735007"/>
          </a:xfrm>
          <a:prstGeom prst="rect">
            <a:avLst/>
          </a:prstGeom>
          <a:noFill/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AEC17F6-9A97-11A4-3B3C-4B8336466C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370" y="6111879"/>
            <a:ext cx="685796" cy="685796"/>
          </a:xfrm>
          <a:prstGeom prst="rect">
            <a:avLst/>
          </a:prstGeom>
          <a:noFill/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D14A3E2-D976-520C-8E80-2BD7487DAF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027" y="6121716"/>
            <a:ext cx="728664" cy="728664"/>
          </a:xfrm>
          <a:prstGeom prst="rect">
            <a:avLst/>
          </a:prstGeom>
          <a:noFill/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8662ED5-684C-9EC2-59C4-2E89F941A8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78" y="782735"/>
            <a:ext cx="710402" cy="710402"/>
          </a:xfrm>
          <a:prstGeom prst="rect">
            <a:avLst/>
          </a:prstGeom>
          <a:noFill/>
        </p:spPr>
      </p:pic>
      <p:sp>
        <p:nvSpPr>
          <p:cNvPr id="72" name="TextBox 19">
            <a:extLst>
              <a:ext uri="{FF2B5EF4-FFF2-40B4-BE49-F238E27FC236}">
                <a16:creationId xmlns:a16="http://schemas.microsoft.com/office/drawing/2014/main" id="{DC506E78-E6F5-C75B-88E1-FF3799C57953}"/>
              </a:ext>
            </a:extLst>
          </p:cNvPr>
          <p:cNvSpPr txBox="1"/>
          <p:nvPr/>
        </p:nvSpPr>
        <p:spPr>
          <a:xfrm>
            <a:off x="9573430" y="5704852"/>
            <a:ext cx="854052" cy="39528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100% ST. </a:t>
            </a:r>
            <a:r>
              <a:rPr lang="en-US" b="1" kern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AREA</a:t>
            </a:r>
          </a:p>
        </p:txBody>
      </p:sp>
      <p:sp>
        <p:nvSpPr>
          <p:cNvPr id="73" name="TextBox 16">
            <a:extLst>
              <a:ext uri="{FF2B5EF4-FFF2-40B4-BE49-F238E27FC236}">
                <a16:creationId xmlns:a16="http://schemas.microsoft.com/office/drawing/2014/main" id="{F8404467-BFA8-E637-5825-EDA492EB841D}"/>
              </a:ext>
            </a:extLst>
          </p:cNvPr>
          <p:cNvSpPr txBox="1"/>
          <p:nvPr/>
        </p:nvSpPr>
        <p:spPr>
          <a:xfrm>
            <a:off x="7634304" y="770240"/>
            <a:ext cx="1524000" cy="22145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LINE</a:t>
            </a:r>
          </a:p>
        </p:txBody>
      </p:sp>
      <p:sp>
        <p:nvSpPr>
          <p:cNvPr id="74" name="TextBox 16">
            <a:extLst>
              <a:ext uri="{FF2B5EF4-FFF2-40B4-BE49-F238E27FC236}">
                <a16:creationId xmlns:a16="http://schemas.microsoft.com/office/drawing/2014/main" id="{58B9DDC5-545B-9461-3883-6ED598B2BCBE}"/>
              </a:ext>
            </a:extLst>
          </p:cNvPr>
          <p:cNvSpPr txBox="1"/>
          <p:nvPr/>
        </p:nvSpPr>
        <p:spPr>
          <a:xfrm>
            <a:off x="5861044" y="757237"/>
            <a:ext cx="501656" cy="2555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BAR</a:t>
            </a:r>
          </a:p>
        </p:txBody>
      </p:sp>
      <p:sp>
        <p:nvSpPr>
          <p:cNvPr id="75" name="TextBox 16">
            <a:extLst>
              <a:ext uri="{FF2B5EF4-FFF2-40B4-BE49-F238E27FC236}">
                <a16:creationId xmlns:a16="http://schemas.microsoft.com/office/drawing/2014/main" id="{BF105259-75E1-F574-6091-DB72D9ACAD9F}"/>
              </a:ext>
            </a:extLst>
          </p:cNvPr>
          <p:cNvSpPr txBox="1"/>
          <p:nvPr/>
        </p:nvSpPr>
        <p:spPr>
          <a:xfrm>
            <a:off x="2709864" y="776207"/>
            <a:ext cx="1524000" cy="22145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D1A63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PICTOGRAM</a:t>
            </a:r>
          </a:p>
        </p:txBody>
      </p:sp>
      <p:sp>
        <p:nvSpPr>
          <p:cNvPr id="76" name="TextBox 16">
            <a:extLst>
              <a:ext uri="{FF2B5EF4-FFF2-40B4-BE49-F238E27FC236}">
                <a16:creationId xmlns:a16="http://schemas.microsoft.com/office/drawing/2014/main" id="{E54E3C58-E63A-2C96-D3FD-354F5CD046F0}"/>
              </a:ext>
            </a:extLst>
          </p:cNvPr>
          <p:cNvSpPr txBox="1"/>
          <p:nvPr/>
        </p:nvSpPr>
        <p:spPr>
          <a:xfrm>
            <a:off x="527254" y="1427743"/>
            <a:ext cx="710402" cy="241302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RADAR</a:t>
            </a:r>
          </a:p>
        </p:txBody>
      </p:sp>
      <p:sp>
        <p:nvSpPr>
          <p:cNvPr id="77" name="TextBox 16">
            <a:extLst>
              <a:ext uri="{FF2B5EF4-FFF2-40B4-BE49-F238E27FC236}">
                <a16:creationId xmlns:a16="http://schemas.microsoft.com/office/drawing/2014/main" id="{09B59A49-143D-AB61-3B4D-D134797CE77F}"/>
              </a:ext>
            </a:extLst>
          </p:cNvPr>
          <p:cNvSpPr txBox="1"/>
          <p:nvPr/>
        </p:nvSpPr>
        <p:spPr>
          <a:xfrm>
            <a:off x="455611" y="2158097"/>
            <a:ext cx="860416" cy="22145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SCATTER</a:t>
            </a:r>
          </a:p>
        </p:txBody>
      </p:sp>
      <p:sp>
        <p:nvSpPr>
          <p:cNvPr id="78" name="TextBox 16">
            <a:extLst>
              <a:ext uri="{FF2B5EF4-FFF2-40B4-BE49-F238E27FC236}">
                <a16:creationId xmlns:a16="http://schemas.microsoft.com/office/drawing/2014/main" id="{BB493DEE-FFEC-FD05-7AFB-819BA179C2AD}"/>
              </a:ext>
            </a:extLst>
          </p:cNvPr>
          <p:cNvSpPr txBox="1"/>
          <p:nvPr/>
        </p:nvSpPr>
        <p:spPr>
          <a:xfrm>
            <a:off x="703456" y="3711579"/>
            <a:ext cx="918769" cy="24407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BUBBLE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BA5DB689-2219-0579-7610-0B32B0D9FB59}"/>
              </a:ext>
            </a:extLst>
          </p:cNvPr>
          <p:cNvCxnSpPr>
            <a:cxnSpLocks/>
            <a:stCxn id="8" idx="2"/>
            <a:endCxn id="30" idx="1"/>
          </p:cNvCxnSpPr>
          <p:nvPr/>
        </p:nvCxnSpPr>
        <p:spPr>
          <a:xfrm rot="16200000" flipH="1">
            <a:off x="6908712" y="3510049"/>
            <a:ext cx="219274" cy="1765325"/>
          </a:xfrm>
          <a:prstGeom prst="bentConnector2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7DCB8BDF-0C45-00BC-83BC-3AD24FC60B87}"/>
              </a:ext>
            </a:extLst>
          </p:cNvPr>
          <p:cNvCxnSpPr>
            <a:stCxn id="8" idx="2"/>
            <a:endCxn id="29" idx="3"/>
          </p:cNvCxnSpPr>
          <p:nvPr/>
        </p:nvCxnSpPr>
        <p:spPr>
          <a:xfrm rot="5400000">
            <a:off x="5253833" y="3623471"/>
            <a:ext cx="222250" cy="1541459"/>
          </a:xfrm>
          <a:prstGeom prst="bentConnector2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F227AE98-4711-29F7-6A1F-E65DC93585C0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 rot="5400000">
            <a:off x="7594411" y="4083643"/>
            <a:ext cx="235348" cy="1231909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A67B64AD-E614-248A-6A88-FDD8724A27FD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>
          <a:xfrm rot="16200000" flipH="1">
            <a:off x="8789002" y="4120960"/>
            <a:ext cx="235348" cy="1157274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ABD838BE-A847-C806-4A32-8432FD8C3F79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 rot="16200000" flipH="1">
            <a:off x="9617080" y="4928389"/>
            <a:ext cx="251609" cy="515143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DF8D901-7C00-1C73-A2F3-ED43FF540270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rot="5400000">
            <a:off x="9057091" y="4883543"/>
            <a:ext cx="251609" cy="604836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EE3D5E2E-BD6F-9F79-F0C7-6705C591B090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rot="16200000" flipH="1">
            <a:off x="7227897" y="4928389"/>
            <a:ext cx="251609" cy="515143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B53962D3-0D80-AA21-4CC2-8880E2CD04A1}"/>
              </a:ext>
            </a:extLst>
          </p:cNvPr>
          <p:cNvCxnSpPr>
            <a:cxnSpLocks/>
            <a:stCxn id="33" idx="2"/>
            <a:endCxn id="25" idx="0"/>
          </p:cNvCxnSpPr>
          <p:nvPr/>
        </p:nvCxnSpPr>
        <p:spPr>
          <a:xfrm rot="5400000">
            <a:off x="6667906" y="4883545"/>
            <a:ext cx="251612" cy="604836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80E62CDF-6746-92AC-5581-86B7858403E2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3813175" y="4745038"/>
            <a:ext cx="504825" cy="482597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121EF386-C1FE-D347-B528-F102AA15C29D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5400000">
            <a:off x="3195638" y="4610098"/>
            <a:ext cx="504825" cy="752478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C4330C7C-2B4F-A9DC-D05C-930CC56BEF7F}"/>
              </a:ext>
            </a:extLst>
          </p:cNvPr>
          <p:cNvCxnSpPr>
            <a:cxnSpLocks/>
            <a:stCxn id="32" idx="2"/>
            <a:endCxn id="19" idx="1"/>
          </p:cNvCxnSpPr>
          <p:nvPr/>
        </p:nvCxnSpPr>
        <p:spPr>
          <a:xfrm rot="16200000" flipH="1">
            <a:off x="4459730" y="5352605"/>
            <a:ext cx="401955" cy="707643"/>
          </a:xfrm>
          <a:prstGeom prst="bentConnector2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953DED0A-16A5-6AB3-2A8A-C11E8C1AB6A3}"/>
              </a:ext>
            </a:extLst>
          </p:cNvPr>
          <p:cNvCxnSpPr>
            <a:cxnSpLocks/>
            <a:stCxn id="25" idx="2"/>
            <a:endCxn id="19" idx="3"/>
          </p:cNvCxnSpPr>
          <p:nvPr/>
        </p:nvCxnSpPr>
        <p:spPr>
          <a:xfrm rot="5400000">
            <a:off x="6013095" y="5429205"/>
            <a:ext cx="354333" cy="602067"/>
          </a:xfrm>
          <a:prstGeom prst="bentConnector2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21E6D219-EEF9-D12B-6519-B08C1A26E10A}"/>
              </a:ext>
            </a:extLst>
          </p:cNvPr>
          <p:cNvCxnSpPr>
            <a:cxnSpLocks/>
            <a:stCxn id="6" idx="3"/>
            <a:endCxn id="48" idx="1"/>
          </p:cNvCxnSpPr>
          <p:nvPr/>
        </p:nvCxnSpPr>
        <p:spPr>
          <a:xfrm flipV="1">
            <a:off x="8501063" y="3015762"/>
            <a:ext cx="375420" cy="362438"/>
          </a:xfrm>
          <a:prstGeom prst="bentConnector3">
            <a:avLst>
              <a:gd name="adj1" fmla="val 50000"/>
            </a:avLst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FCF716E4-3586-C1B8-87AE-E894E475DA24}"/>
              </a:ext>
            </a:extLst>
          </p:cNvPr>
          <p:cNvCxnSpPr>
            <a:cxnSpLocks/>
            <a:stCxn id="6" idx="3"/>
            <a:endCxn id="47" idx="1"/>
          </p:cNvCxnSpPr>
          <p:nvPr/>
        </p:nvCxnSpPr>
        <p:spPr>
          <a:xfrm>
            <a:off x="8501063" y="3378200"/>
            <a:ext cx="369889" cy="263527"/>
          </a:xfrm>
          <a:prstGeom prst="bentConnector3">
            <a:avLst>
              <a:gd name="adj1" fmla="val 50000"/>
            </a:avLst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DF68EB9C-435F-A0B0-6146-9837F58A4E17}"/>
              </a:ext>
            </a:extLst>
          </p:cNvPr>
          <p:cNvCxnSpPr>
            <a:cxnSpLocks/>
            <a:stCxn id="5" idx="0"/>
            <a:endCxn id="49" idx="2"/>
          </p:cNvCxnSpPr>
          <p:nvPr/>
        </p:nvCxnSpPr>
        <p:spPr>
          <a:xfrm rot="5400000" flipH="1" flipV="1">
            <a:off x="6796678" y="1513485"/>
            <a:ext cx="298848" cy="1620832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6AC3C90E-D8EA-07CF-7502-CF0FAA98645A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rot="16200000" flipV="1">
            <a:off x="4920254" y="1257892"/>
            <a:ext cx="298848" cy="2132017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75813950-58A5-5BCA-B71C-013F5D77B439}"/>
              </a:ext>
            </a:extLst>
          </p:cNvPr>
          <p:cNvCxnSpPr>
            <a:cxnSpLocks/>
            <a:stCxn id="23" idx="0"/>
            <a:endCxn id="51" idx="2"/>
          </p:cNvCxnSpPr>
          <p:nvPr/>
        </p:nvCxnSpPr>
        <p:spPr>
          <a:xfrm rot="5400000" flipH="1" flipV="1">
            <a:off x="4168969" y="1495219"/>
            <a:ext cx="259958" cy="590559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0296B8C3-3182-AF5B-7E05-2E284EAC1568}"/>
              </a:ext>
            </a:extLst>
          </p:cNvPr>
          <p:cNvCxnSpPr>
            <a:cxnSpLocks/>
            <a:stCxn id="23" idx="0"/>
            <a:endCxn id="50" idx="2"/>
          </p:cNvCxnSpPr>
          <p:nvPr/>
        </p:nvCxnSpPr>
        <p:spPr>
          <a:xfrm rot="16200000" flipV="1">
            <a:off x="3608982" y="1525790"/>
            <a:ext cx="259955" cy="529420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99524694-96CB-B246-0C5F-08F913642DD2}"/>
              </a:ext>
            </a:extLst>
          </p:cNvPr>
          <p:cNvCxnSpPr>
            <a:cxnSpLocks/>
            <a:stCxn id="49" idx="0"/>
            <a:endCxn id="52" idx="2"/>
          </p:cNvCxnSpPr>
          <p:nvPr/>
        </p:nvCxnSpPr>
        <p:spPr>
          <a:xfrm rot="16200000" flipV="1">
            <a:off x="7389213" y="1553172"/>
            <a:ext cx="259958" cy="474652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2662E97B-D4B2-9B7B-7003-0E5D6F17F402}"/>
              </a:ext>
            </a:extLst>
          </p:cNvPr>
          <p:cNvCxnSpPr>
            <a:cxnSpLocks/>
            <a:stCxn id="49" idx="0"/>
            <a:endCxn id="53" idx="2"/>
          </p:cNvCxnSpPr>
          <p:nvPr/>
        </p:nvCxnSpPr>
        <p:spPr>
          <a:xfrm rot="5400000" flipH="1" flipV="1">
            <a:off x="7949202" y="1467835"/>
            <a:ext cx="259958" cy="645327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7EFA24A9-716B-0AAC-728D-AACEDD86BCFB}"/>
              </a:ext>
            </a:extLst>
          </p:cNvPr>
          <p:cNvCxnSpPr>
            <a:cxnSpLocks/>
            <a:stCxn id="52" idx="0"/>
            <a:endCxn id="74" idx="2"/>
          </p:cNvCxnSpPr>
          <p:nvPr/>
        </p:nvCxnSpPr>
        <p:spPr>
          <a:xfrm rot="16200000" flipV="1">
            <a:off x="6493674" y="631024"/>
            <a:ext cx="406391" cy="1169994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405C1878-2E3E-BBFC-57F6-8D30C1D679E4}"/>
              </a:ext>
            </a:extLst>
          </p:cNvPr>
          <p:cNvCxnSpPr>
            <a:cxnSpLocks/>
            <a:stCxn id="53" idx="1"/>
          </p:cNvCxnSpPr>
          <p:nvPr/>
        </p:nvCxnSpPr>
        <p:spPr>
          <a:xfrm rot="10800000">
            <a:off x="6323821" y="847336"/>
            <a:ext cx="1599393" cy="692533"/>
          </a:xfrm>
          <a:prstGeom prst="bentConnector3">
            <a:avLst>
              <a:gd name="adj1" fmla="val 13672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F19BF858-9867-360E-62FE-AF55B415A121}"/>
              </a:ext>
            </a:extLst>
          </p:cNvPr>
          <p:cNvCxnSpPr>
            <a:cxnSpLocks/>
            <a:stCxn id="7" idx="1"/>
            <a:endCxn id="27" idx="3"/>
          </p:cNvCxnSpPr>
          <p:nvPr/>
        </p:nvCxnSpPr>
        <p:spPr>
          <a:xfrm rot="10800000">
            <a:off x="3149598" y="2794000"/>
            <a:ext cx="620713" cy="584200"/>
          </a:xfrm>
          <a:prstGeom prst="bentConnector3">
            <a:avLst>
              <a:gd name="adj1" fmla="val 50000"/>
            </a:avLst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C4A32C32-62B8-94B6-0875-ED08337A0C9B}"/>
              </a:ext>
            </a:extLst>
          </p:cNvPr>
          <p:cNvCxnSpPr>
            <a:cxnSpLocks/>
            <a:stCxn id="7" idx="1"/>
            <a:endCxn id="28" idx="3"/>
          </p:cNvCxnSpPr>
          <p:nvPr/>
        </p:nvCxnSpPr>
        <p:spPr>
          <a:xfrm rot="10800000" flipV="1">
            <a:off x="3149596" y="3378200"/>
            <a:ext cx="620714" cy="457200"/>
          </a:xfrm>
          <a:prstGeom prst="bentConnector3">
            <a:avLst>
              <a:gd name="adj1" fmla="val 50000"/>
            </a:avLst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48F542F5-7A90-1C59-CA6A-37F62724CCF9}"/>
              </a:ext>
            </a:extLst>
          </p:cNvPr>
          <p:cNvCxnSpPr>
            <a:stCxn id="28" idx="1"/>
            <a:endCxn id="78" idx="3"/>
          </p:cNvCxnSpPr>
          <p:nvPr/>
        </p:nvCxnSpPr>
        <p:spPr>
          <a:xfrm flipH="1" flipV="1">
            <a:off x="1622225" y="3833619"/>
            <a:ext cx="617735" cy="1781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23">
            <a:extLst>
              <a:ext uri="{FF2B5EF4-FFF2-40B4-BE49-F238E27FC236}">
                <a16:creationId xmlns:a16="http://schemas.microsoft.com/office/drawing/2014/main" id="{463CA71A-0A97-494D-254B-3E3D02F6F55B}"/>
              </a:ext>
            </a:extLst>
          </p:cNvPr>
          <p:cNvSpPr txBox="1"/>
          <p:nvPr/>
        </p:nvSpPr>
        <p:spPr>
          <a:xfrm>
            <a:off x="1482714" y="2152649"/>
            <a:ext cx="781075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kern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Continuous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6804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3" name="TextBox 23">
            <a:extLst>
              <a:ext uri="{FF2B5EF4-FFF2-40B4-BE49-F238E27FC236}">
                <a16:creationId xmlns:a16="http://schemas.microsoft.com/office/drawing/2014/main" id="{29BF1689-4EC9-B72E-5502-BFDE13567FEC}"/>
              </a:ext>
            </a:extLst>
          </p:cNvPr>
          <p:cNvSpPr txBox="1"/>
          <p:nvPr/>
        </p:nvSpPr>
        <p:spPr>
          <a:xfrm>
            <a:off x="1485611" y="1431917"/>
            <a:ext cx="614361" cy="241303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68048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Discrete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68D222A-FCA5-1B49-8516-6DB0B6822F6F}"/>
              </a:ext>
            </a:extLst>
          </p:cNvPr>
          <p:cNvCxnSpPr>
            <a:cxnSpLocks/>
            <a:stCxn id="172" idx="1"/>
            <a:endCxn id="77" idx="3"/>
          </p:cNvCxnSpPr>
          <p:nvPr/>
        </p:nvCxnSpPr>
        <p:spPr>
          <a:xfrm flipH="1" flipV="1">
            <a:off x="1316027" y="2268826"/>
            <a:ext cx="166687" cy="4475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DD0A97F-0E90-6CD2-4B57-DFDE784185F6}"/>
              </a:ext>
            </a:extLst>
          </p:cNvPr>
          <p:cNvCxnSpPr>
            <a:cxnSpLocks/>
            <a:stCxn id="173" idx="1"/>
            <a:endCxn id="76" idx="3"/>
          </p:cNvCxnSpPr>
          <p:nvPr/>
        </p:nvCxnSpPr>
        <p:spPr>
          <a:xfrm flipH="1" flipV="1">
            <a:off x="1237656" y="1548394"/>
            <a:ext cx="247955" cy="4175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773C1819-39C3-80EF-D2D4-A7BA57A04F8B}"/>
              </a:ext>
            </a:extLst>
          </p:cNvPr>
          <p:cNvCxnSpPr>
            <a:cxnSpLocks/>
            <a:stCxn id="27" idx="0"/>
            <a:endCxn id="173" idx="3"/>
          </p:cNvCxnSpPr>
          <p:nvPr/>
        </p:nvCxnSpPr>
        <p:spPr>
          <a:xfrm rot="16200000" flipV="1">
            <a:off x="1890961" y="1761581"/>
            <a:ext cx="1012831" cy="594807"/>
          </a:xfrm>
          <a:prstGeom prst="bentConnector2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2455B1EC-B988-48E9-A141-0C2FC1F7DF2F}"/>
              </a:ext>
            </a:extLst>
          </p:cNvPr>
          <p:cNvCxnSpPr>
            <a:cxnSpLocks/>
            <a:stCxn id="27" idx="0"/>
            <a:endCxn id="172" idx="3"/>
          </p:cNvCxnSpPr>
          <p:nvPr/>
        </p:nvCxnSpPr>
        <p:spPr>
          <a:xfrm rot="16200000" flipV="1">
            <a:off x="2333235" y="2203856"/>
            <a:ext cx="292099" cy="430990"/>
          </a:xfrm>
          <a:prstGeom prst="bentConnector2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46D7A08C-208C-EB2E-097F-2E529BF2E59E}"/>
              </a:ext>
            </a:extLst>
          </p:cNvPr>
          <p:cNvCxnSpPr>
            <a:cxnSpLocks/>
            <a:stCxn id="51" idx="0"/>
            <a:endCxn id="74" idx="2"/>
          </p:cNvCxnSpPr>
          <p:nvPr/>
        </p:nvCxnSpPr>
        <p:spPr>
          <a:xfrm rot="5400000" flipH="1" flipV="1">
            <a:off x="5149855" y="457199"/>
            <a:ext cx="406391" cy="1517644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B89B4889-DFD1-F3BE-22A8-26374DC95A96}"/>
              </a:ext>
            </a:extLst>
          </p:cNvPr>
          <p:cNvCxnSpPr>
            <a:cxnSpLocks/>
            <a:stCxn id="50" idx="3"/>
            <a:endCxn id="74" idx="1"/>
          </p:cNvCxnSpPr>
          <p:nvPr/>
        </p:nvCxnSpPr>
        <p:spPr>
          <a:xfrm flipV="1">
            <a:off x="3853663" y="885031"/>
            <a:ext cx="2007381" cy="654840"/>
          </a:xfrm>
          <a:prstGeom prst="bentConnector3">
            <a:avLst>
              <a:gd name="adj1" fmla="val 1204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D0129C32-B09F-ACAF-9A09-6C7C3FC1BDF1}"/>
              </a:ext>
            </a:extLst>
          </p:cNvPr>
          <p:cNvCxnSpPr>
            <a:cxnSpLocks/>
            <a:stCxn id="50" idx="0"/>
            <a:endCxn id="75" idx="2"/>
          </p:cNvCxnSpPr>
          <p:nvPr/>
        </p:nvCxnSpPr>
        <p:spPr>
          <a:xfrm flipH="1" flipV="1">
            <a:off x="3471864" y="997665"/>
            <a:ext cx="2385" cy="421554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8DB592F-52F8-7BB9-00EE-896AB0B2ECFF}"/>
              </a:ext>
            </a:extLst>
          </p:cNvPr>
          <p:cNvCxnSpPr>
            <a:cxnSpLocks/>
            <a:stCxn id="53" idx="0"/>
            <a:endCxn id="73" idx="2"/>
          </p:cNvCxnSpPr>
          <p:nvPr/>
        </p:nvCxnSpPr>
        <p:spPr>
          <a:xfrm flipH="1" flipV="1">
            <a:off x="8396304" y="991698"/>
            <a:ext cx="5541" cy="427518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70094FB6-2761-34BE-2AB2-555A6B17B44F}"/>
              </a:ext>
            </a:extLst>
          </p:cNvPr>
          <p:cNvCxnSpPr>
            <a:cxnSpLocks/>
            <a:stCxn id="48" idx="3"/>
            <a:endCxn id="15" idx="1"/>
          </p:cNvCxnSpPr>
          <p:nvPr/>
        </p:nvCxnSpPr>
        <p:spPr>
          <a:xfrm>
            <a:off x="9657558" y="3015762"/>
            <a:ext cx="712999" cy="4077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2ADD1339-D1DC-2A96-D016-02B98EDE855D}"/>
              </a:ext>
            </a:extLst>
          </p:cNvPr>
          <p:cNvCxnSpPr>
            <a:cxnSpLocks/>
            <a:stCxn id="47" idx="3"/>
            <a:endCxn id="16" idx="1"/>
          </p:cNvCxnSpPr>
          <p:nvPr/>
        </p:nvCxnSpPr>
        <p:spPr>
          <a:xfrm flipV="1">
            <a:off x="9485313" y="3641725"/>
            <a:ext cx="858041" cy="2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85993EC1-9139-989F-10FE-4788A55BFE29}"/>
              </a:ext>
            </a:extLst>
          </p:cNvPr>
          <p:cNvCxnSpPr>
            <a:cxnSpLocks/>
            <a:stCxn id="31" idx="2"/>
            <a:endCxn id="18" idx="0"/>
          </p:cNvCxnSpPr>
          <p:nvPr/>
        </p:nvCxnSpPr>
        <p:spPr>
          <a:xfrm rot="16200000" flipH="1">
            <a:off x="3117257" y="5460003"/>
            <a:ext cx="336949" cy="427841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5BE78C1B-6A4F-A16B-E758-129761881397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 rot="5400000">
            <a:off x="2206085" y="4979724"/>
            <a:ext cx="340000" cy="1391452"/>
          </a:xfrm>
          <a:prstGeom prst="bentConnector3">
            <a:avLst>
              <a:gd name="adj1" fmla="val 50000"/>
            </a:avLst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7A35F48E-69F8-257A-165E-DD333577E7FC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135686" y="3717925"/>
            <a:ext cx="1" cy="304800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FC5167E1-DD2F-20A2-3D24-77FBADED2D6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6983411" y="3378200"/>
            <a:ext cx="238125" cy="0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10E1E95C-78A8-C779-9BD6-E193D6534131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6135686" y="2733675"/>
            <a:ext cx="0" cy="304800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562B866A-9E99-C0D0-1437-07CB119E8F03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>
            <a:off x="5049836" y="3378200"/>
            <a:ext cx="238125" cy="0"/>
          </a:xfrm>
          <a:prstGeom prst="straightConnector1">
            <a:avLst/>
          </a:prstGeom>
          <a:ln>
            <a:solidFill>
              <a:srgbClr val="F680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9F78CE-534A-6FAC-09B1-6FFEEDEC7C0D}"/>
              </a:ext>
            </a:extLst>
          </p:cNvPr>
          <p:cNvCxnSpPr>
            <a:cxnSpLocks/>
            <a:stCxn id="44" idx="2"/>
            <a:endCxn id="20" idx="0"/>
          </p:cNvCxnSpPr>
          <p:nvPr/>
        </p:nvCxnSpPr>
        <p:spPr>
          <a:xfrm>
            <a:off x="7611273" y="5553069"/>
            <a:ext cx="1600" cy="127003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FD9837-5C58-2607-FAE3-91D01A64D5D8}"/>
              </a:ext>
            </a:extLst>
          </p:cNvPr>
          <p:cNvCxnSpPr>
            <a:cxnSpLocks/>
            <a:stCxn id="45" idx="2"/>
            <a:endCxn id="21" idx="0"/>
          </p:cNvCxnSpPr>
          <p:nvPr/>
        </p:nvCxnSpPr>
        <p:spPr>
          <a:xfrm>
            <a:off x="8880477" y="5553069"/>
            <a:ext cx="4754" cy="153978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18F68A-0F54-3199-8528-B8B8965C9A31}"/>
              </a:ext>
            </a:extLst>
          </p:cNvPr>
          <p:cNvCxnSpPr>
            <a:cxnSpLocks/>
            <a:stCxn id="46" idx="2"/>
            <a:endCxn id="72" idx="0"/>
          </p:cNvCxnSpPr>
          <p:nvPr/>
        </p:nvCxnSpPr>
        <p:spPr>
          <a:xfrm>
            <a:off x="10000456" y="5553069"/>
            <a:ext cx="0" cy="151783"/>
          </a:xfrm>
          <a:prstGeom prst="straightConnector1">
            <a:avLst/>
          </a:prstGeom>
          <a:ln>
            <a:solidFill>
              <a:srgbClr val="0D1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AF0EA457-1253-E732-176A-E132ABAABD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899" y="117678"/>
            <a:ext cx="1274324" cy="658401"/>
          </a:xfrm>
          <a:prstGeom prst="rect">
            <a:avLst/>
          </a:prstGeom>
          <a:noFill/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170D61D-6C2C-0A21-3BD2-E0BFBE380F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066" y="2058713"/>
            <a:ext cx="889000" cy="889000"/>
          </a:xfrm>
          <a:prstGeom prst="rect">
            <a:avLst/>
          </a:prstGeom>
          <a:noFill/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018B9B2C-EE23-B7BE-CE56-EDCAE1DB1D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88074" y="3719614"/>
            <a:ext cx="939282" cy="782735"/>
          </a:xfrm>
          <a:prstGeom prst="rect">
            <a:avLst/>
          </a:prstGeom>
          <a:noFill/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0461FE87-1DAE-2819-4C9F-6CDE8BAD54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31" y="3907438"/>
            <a:ext cx="650081" cy="650081"/>
          </a:xfrm>
          <a:prstGeom prst="rect">
            <a:avLst/>
          </a:prstGeom>
          <a:noFill/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1CE30528-25A9-5176-5B73-FCEF0FCFC1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99" y="2315737"/>
            <a:ext cx="680519" cy="6805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705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19155-A370-A7C2-4BBE-3EC5CF454512}"/>
              </a:ext>
            </a:extLst>
          </p:cNvPr>
          <p:cNvSpPr/>
          <p:nvPr/>
        </p:nvSpPr>
        <p:spPr>
          <a:xfrm>
            <a:off x="3008513" y="341513"/>
            <a:ext cx="6174974" cy="61749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12B0F0-BC57-A18C-3AA1-5559A06885D6}"/>
              </a:ext>
            </a:extLst>
          </p:cNvPr>
          <p:cNvCxnSpPr>
            <a:cxnSpLocks/>
          </p:cNvCxnSpPr>
          <p:nvPr/>
        </p:nvCxnSpPr>
        <p:spPr>
          <a:xfrm>
            <a:off x="3333136" y="3429000"/>
            <a:ext cx="5525729" cy="0"/>
          </a:xfrm>
          <a:prstGeom prst="straightConnector1">
            <a:avLst/>
          </a:prstGeom>
          <a:ln w="19050">
            <a:solidFill>
              <a:srgbClr val="0D1A6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060F70-C457-2A5B-AE14-4E65C66BC393}"/>
              </a:ext>
            </a:extLst>
          </p:cNvPr>
          <p:cNvCxnSpPr>
            <a:cxnSpLocks/>
          </p:cNvCxnSpPr>
          <p:nvPr/>
        </p:nvCxnSpPr>
        <p:spPr>
          <a:xfrm rot="16200000">
            <a:off x="3333136" y="3429000"/>
            <a:ext cx="5525729" cy="0"/>
          </a:xfrm>
          <a:prstGeom prst="straightConnector1">
            <a:avLst/>
          </a:prstGeom>
          <a:ln w="19050">
            <a:solidFill>
              <a:srgbClr val="0D1A6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6680B1-86D3-1AA8-2332-924C645FC18E}"/>
              </a:ext>
            </a:extLst>
          </p:cNvPr>
          <p:cNvSpPr txBox="1"/>
          <p:nvPr/>
        </p:nvSpPr>
        <p:spPr>
          <a:xfrm>
            <a:off x="7551174" y="3086706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DATA-DRIVEN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D63CCF-A92A-6948-D50E-FB43122D4A31}"/>
              </a:ext>
            </a:extLst>
          </p:cNvPr>
          <p:cNvSpPr txBox="1"/>
          <p:nvPr/>
        </p:nvSpPr>
        <p:spPr>
          <a:xfrm>
            <a:off x="3026281" y="3429000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CONCEPTUAL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973A5-9B6D-419F-7EDF-7BFBB31A4F41}"/>
              </a:ext>
            </a:extLst>
          </p:cNvPr>
          <p:cNvSpPr txBox="1"/>
          <p:nvPr/>
        </p:nvSpPr>
        <p:spPr>
          <a:xfrm rot="16200000">
            <a:off x="5084024" y="1035592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DECLARATIVE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70EC3-B2C9-5CF3-627E-F1DE78356432}"/>
              </a:ext>
            </a:extLst>
          </p:cNvPr>
          <p:cNvSpPr txBox="1"/>
          <p:nvPr/>
        </p:nvSpPr>
        <p:spPr>
          <a:xfrm rot="16200000">
            <a:off x="5416488" y="5467642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EXPLORATORY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4F3141-D069-530A-14A4-2CF00CC00E82}"/>
              </a:ext>
            </a:extLst>
          </p:cNvPr>
          <p:cNvSpPr txBox="1"/>
          <p:nvPr/>
        </p:nvSpPr>
        <p:spPr>
          <a:xfrm>
            <a:off x="7048073" y="1579157"/>
            <a:ext cx="1475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Everyday</a:t>
            </a:r>
          </a:p>
          <a:p>
            <a:r>
              <a:rPr lang="vi-VN"/>
              <a:t>Visualisation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026490-783D-1BF7-1AF8-B456C3796692}"/>
              </a:ext>
            </a:extLst>
          </p:cNvPr>
          <p:cNvSpPr txBox="1"/>
          <p:nvPr/>
        </p:nvSpPr>
        <p:spPr>
          <a:xfrm>
            <a:off x="7048073" y="4632512"/>
            <a:ext cx="1183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Visual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Discovery</a:t>
            </a:r>
            <a:endParaRPr lang="vi-VN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1B02DD-DE1A-C8C6-4DAA-614F84857FE0}"/>
              </a:ext>
            </a:extLst>
          </p:cNvPr>
          <p:cNvSpPr txBox="1"/>
          <p:nvPr/>
        </p:nvSpPr>
        <p:spPr>
          <a:xfrm>
            <a:off x="3960588" y="4666644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Idea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Generation</a:t>
            </a:r>
            <a:endParaRPr lang="vi-VN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18D20-5202-03BC-E550-5A4DA34F5CF0}"/>
              </a:ext>
            </a:extLst>
          </p:cNvPr>
          <p:cNvSpPr txBox="1"/>
          <p:nvPr/>
        </p:nvSpPr>
        <p:spPr>
          <a:xfrm>
            <a:off x="3955991" y="1579157"/>
            <a:ext cx="1269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Idea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Illustration</a:t>
            </a:r>
            <a:endParaRPr lang="vi-VN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6A4A3-4FB0-B5FB-F576-A37DF7FBE0BA}"/>
              </a:ext>
            </a:extLst>
          </p:cNvPr>
          <p:cNvSpPr txBox="1"/>
          <p:nvPr/>
        </p:nvSpPr>
        <p:spPr>
          <a:xfrm>
            <a:off x="2982898" y="-149302"/>
            <a:ext cx="3214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FOUR TYPES OF VISUAL</a:t>
            </a:r>
          </a:p>
        </p:txBody>
      </p:sp>
    </p:spTree>
    <p:extLst>
      <p:ext uri="{BB962C8B-B14F-4D97-AF65-F5344CB8AC3E}">
        <p14:creationId xmlns:p14="http://schemas.microsoft.com/office/powerpoint/2010/main" val="319795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0E20-50A2-3CA1-DFFE-38B56FDC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7758216-8D12-7774-F607-E5CFF7942E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7108054"/>
              </p:ext>
            </p:extLst>
          </p:nvPr>
        </p:nvGraphicFramePr>
        <p:xfrm>
          <a:off x="1728789" y="2057400"/>
          <a:ext cx="28289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30D2DEA-409B-4B29-9032-0EA0FCDB63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2966902"/>
              </p:ext>
            </p:extLst>
          </p:nvPr>
        </p:nvGraphicFramePr>
        <p:xfrm>
          <a:off x="4681538" y="2057400"/>
          <a:ext cx="28289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5C28FFE-5B1F-4597-A12E-B55809F56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8793364"/>
              </p:ext>
            </p:extLst>
          </p:nvPr>
        </p:nvGraphicFramePr>
        <p:xfrm>
          <a:off x="7634287" y="2057400"/>
          <a:ext cx="28289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4">
            <a:extLst>
              <a:ext uri="{FF2B5EF4-FFF2-40B4-BE49-F238E27FC236}">
                <a16:creationId xmlns:a16="http://schemas.microsoft.com/office/drawing/2014/main" id="{0F8CA8F0-C1F3-9EE8-3FC2-36BE9DC35933}"/>
              </a:ext>
            </a:extLst>
          </p:cNvPr>
          <p:cNvSpPr txBox="1"/>
          <p:nvPr/>
        </p:nvSpPr>
        <p:spPr>
          <a:xfrm>
            <a:off x="1728788" y="1780401"/>
            <a:ext cx="1091966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Single</a:t>
            </a:r>
            <a:r>
              <a:rPr lang="en-US" sz="1200" b="1" baseline="0">
                <a:latin typeface="Roboto" panose="02000000000000000000" pitchFamily="2" charset="0"/>
                <a:ea typeface="Roboto" panose="02000000000000000000" pitchFamily="2" charset="0"/>
              </a:rPr>
              <a:t> Series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0CE646B-21F6-5804-CB95-14A1C6A288EF}"/>
              </a:ext>
            </a:extLst>
          </p:cNvPr>
          <p:cNvSpPr txBox="1"/>
          <p:nvPr/>
        </p:nvSpPr>
        <p:spPr>
          <a:xfrm>
            <a:off x="4681537" y="1780401"/>
            <a:ext cx="949299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Two</a:t>
            </a:r>
            <a:r>
              <a:rPr lang="en-US" sz="1200" b="1" baseline="0">
                <a:latin typeface="Roboto" panose="02000000000000000000" pitchFamily="2" charset="0"/>
                <a:ea typeface="Roboto" panose="02000000000000000000" pitchFamily="2" charset="0"/>
              </a:rPr>
              <a:t> Series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6E638393-8F2E-A5B6-BE95-BFB3E360AEBC}"/>
              </a:ext>
            </a:extLst>
          </p:cNvPr>
          <p:cNvSpPr txBox="1"/>
          <p:nvPr/>
        </p:nvSpPr>
        <p:spPr>
          <a:xfrm>
            <a:off x="7634287" y="1780401"/>
            <a:ext cx="1223412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Multiple</a:t>
            </a:r>
            <a:r>
              <a:rPr lang="en-US" sz="1200" b="1" baseline="0">
                <a:latin typeface="Roboto" panose="02000000000000000000" pitchFamily="2" charset="0"/>
                <a:ea typeface="Roboto" panose="02000000000000000000" pitchFamily="2" charset="0"/>
              </a:rPr>
              <a:t> Series</a:t>
            </a:r>
          </a:p>
        </p:txBody>
      </p:sp>
    </p:spTree>
    <p:extLst>
      <p:ext uri="{BB962C8B-B14F-4D97-AF65-F5344CB8AC3E}">
        <p14:creationId xmlns:p14="http://schemas.microsoft.com/office/powerpoint/2010/main" val="213993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FD69-E5C5-0295-FFBE-77D96128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779AA7A-58A5-478D-B6BC-220E9974B2E0}"/>
              </a:ext>
            </a:extLst>
          </p:cNvPr>
          <p:cNvGraphicFramePr>
            <a:graphicFrameLocks/>
          </p:cNvGraphicFramePr>
          <p:nvPr/>
        </p:nvGraphicFramePr>
        <p:xfrm>
          <a:off x="4678253" y="2057400"/>
          <a:ext cx="283549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4">
            <a:extLst>
              <a:ext uri="{FF2B5EF4-FFF2-40B4-BE49-F238E27FC236}">
                <a16:creationId xmlns:a16="http://schemas.microsoft.com/office/drawing/2014/main" id="{C0642F04-D6B6-F326-A7ED-D4905BCDAE91}"/>
              </a:ext>
            </a:extLst>
          </p:cNvPr>
          <p:cNvSpPr txBox="1"/>
          <p:nvPr/>
        </p:nvSpPr>
        <p:spPr>
          <a:xfrm>
            <a:off x="4681537" y="1780401"/>
            <a:ext cx="1402948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Stacked bar chart</a:t>
            </a:r>
            <a:endParaRPr lang="en-US" sz="1200" b="1" baseline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70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C695-2A8D-CACD-04B0-9DF8B8E4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C021443-9A69-49B8-ABB3-073F0F79E6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0184566"/>
              </p:ext>
            </p:extLst>
          </p:nvPr>
        </p:nvGraphicFramePr>
        <p:xfrm>
          <a:off x="1738314" y="2057399"/>
          <a:ext cx="28289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1E193B9-A46F-4A78-84AD-F8E084303B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635562"/>
              </p:ext>
            </p:extLst>
          </p:nvPr>
        </p:nvGraphicFramePr>
        <p:xfrm>
          <a:off x="4681538" y="2057400"/>
          <a:ext cx="28289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E8C7F81-3298-4FA6-8522-8BB48FD6E8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1075117"/>
              </p:ext>
            </p:extLst>
          </p:nvPr>
        </p:nvGraphicFramePr>
        <p:xfrm>
          <a:off x="7624762" y="2062162"/>
          <a:ext cx="28289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4">
            <a:extLst>
              <a:ext uri="{FF2B5EF4-FFF2-40B4-BE49-F238E27FC236}">
                <a16:creationId xmlns:a16="http://schemas.microsoft.com/office/drawing/2014/main" id="{4BC35901-8A4C-3286-2A82-C6F5C4F8A3CB}"/>
              </a:ext>
            </a:extLst>
          </p:cNvPr>
          <p:cNvSpPr txBox="1"/>
          <p:nvPr/>
        </p:nvSpPr>
        <p:spPr>
          <a:xfrm>
            <a:off x="1728788" y="1918899"/>
            <a:ext cx="1091966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Single</a:t>
            </a:r>
            <a:r>
              <a:rPr lang="en-US" sz="1200" b="1" baseline="0">
                <a:latin typeface="Roboto" panose="02000000000000000000" pitchFamily="2" charset="0"/>
                <a:ea typeface="Roboto" panose="02000000000000000000" pitchFamily="2" charset="0"/>
              </a:rPr>
              <a:t> Series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DD9FC31-DC5F-4D62-8F37-AA3CD79A5B8A}"/>
              </a:ext>
            </a:extLst>
          </p:cNvPr>
          <p:cNvSpPr txBox="1"/>
          <p:nvPr/>
        </p:nvSpPr>
        <p:spPr>
          <a:xfrm>
            <a:off x="4662489" y="1918899"/>
            <a:ext cx="949299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Two</a:t>
            </a:r>
            <a:r>
              <a:rPr lang="en-US" sz="1200" b="1" baseline="0">
                <a:latin typeface="Roboto" panose="02000000000000000000" pitchFamily="2" charset="0"/>
                <a:ea typeface="Roboto" panose="02000000000000000000" pitchFamily="2" charset="0"/>
              </a:rPr>
              <a:t> Series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1FABB6B-88D9-2245-6885-9BA29AA5F7C2}"/>
              </a:ext>
            </a:extLst>
          </p:cNvPr>
          <p:cNvSpPr txBox="1"/>
          <p:nvPr/>
        </p:nvSpPr>
        <p:spPr>
          <a:xfrm>
            <a:off x="7615237" y="1918899"/>
            <a:ext cx="1223412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latin typeface="Roboto" panose="02000000000000000000" pitchFamily="2" charset="0"/>
                <a:ea typeface="Roboto" panose="02000000000000000000" pitchFamily="2" charset="0"/>
              </a:rPr>
              <a:t>Multiple</a:t>
            </a:r>
            <a:r>
              <a:rPr lang="en-US" sz="1200" b="1" baseline="0">
                <a:latin typeface="Roboto" panose="02000000000000000000" pitchFamily="2" charset="0"/>
                <a:ea typeface="Roboto" panose="02000000000000000000" pitchFamily="2" charset="0"/>
              </a:rPr>
              <a:t> Series</a:t>
            </a:r>
          </a:p>
        </p:txBody>
      </p:sp>
    </p:spTree>
    <p:extLst>
      <p:ext uri="{BB962C8B-B14F-4D97-AF65-F5344CB8AC3E}">
        <p14:creationId xmlns:p14="http://schemas.microsoft.com/office/powerpoint/2010/main" val="59709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15EA3B0-1C20-317F-8910-F7660EF2C3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365889"/>
              </p:ext>
            </p:extLst>
          </p:nvPr>
        </p:nvGraphicFramePr>
        <p:xfrm>
          <a:off x="3810000" y="2278856"/>
          <a:ext cx="4572000" cy="230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1BB326-AEF9-8110-903A-4987F7FECE4A}"/>
              </a:ext>
            </a:extLst>
          </p:cNvPr>
          <p:cNvSpPr txBox="1"/>
          <p:nvPr/>
        </p:nvSpPr>
        <p:spPr>
          <a:xfrm>
            <a:off x="4608564" y="4452186"/>
            <a:ext cx="38747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Strongly Disagree </a:t>
            </a:r>
            <a:r>
              <a:rPr lang="en-US" sz="1000">
                <a:latin typeface="Roboto" panose="02000000000000000000" pitchFamily="2" charset="0"/>
                <a:ea typeface="Roboto" panose="02000000000000000000" pitchFamily="2" charset="0"/>
              </a:rPr>
              <a:t>| </a:t>
            </a:r>
            <a:r>
              <a:rPr lang="en-US" sz="1000" b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Disagree</a:t>
            </a:r>
            <a:r>
              <a:rPr lang="en-US" sz="1000">
                <a:latin typeface="Roboto" panose="02000000000000000000" pitchFamily="2" charset="0"/>
                <a:ea typeface="Roboto" panose="02000000000000000000" pitchFamily="2" charset="0"/>
              </a:rPr>
              <a:t> | </a:t>
            </a:r>
            <a:r>
              <a:rPr lang="en-US" sz="1000" b="1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Neutral</a:t>
            </a:r>
            <a:r>
              <a:rPr lang="en-US" sz="1000">
                <a:latin typeface="Roboto" panose="02000000000000000000" pitchFamily="2" charset="0"/>
                <a:ea typeface="Roboto" panose="02000000000000000000" pitchFamily="2" charset="0"/>
              </a:rPr>
              <a:t> | </a:t>
            </a:r>
            <a:r>
              <a:rPr lang="en-US" sz="10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Agree</a:t>
            </a:r>
            <a:r>
              <a:rPr lang="en-US" sz="1000">
                <a:latin typeface="Roboto" panose="02000000000000000000" pitchFamily="2" charset="0"/>
                <a:ea typeface="Roboto" panose="02000000000000000000" pitchFamily="2" charset="0"/>
              </a:rPr>
              <a:t> | </a:t>
            </a:r>
            <a:r>
              <a:rPr lang="en-US" sz="10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Strongly Agree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1045123-A720-057E-CD38-3AF9104D08B6}"/>
              </a:ext>
            </a:extLst>
          </p:cNvPr>
          <p:cNvSpPr txBox="1"/>
          <p:nvPr/>
        </p:nvSpPr>
        <p:spPr>
          <a:xfrm>
            <a:off x="3810000" y="2049482"/>
            <a:ext cx="1215397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Survey Results</a:t>
            </a:r>
            <a:endParaRPr lang="en-US" sz="1200" b="1" baseline="0">
              <a:solidFill>
                <a:srgbClr val="0D1A6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2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3692BF-8A39-104D-3CF7-B05B069456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315571"/>
              </p:ext>
            </p:extLst>
          </p:nvPr>
        </p:nvGraphicFramePr>
        <p:xfrm>
          <a:off x="4467224" y="2359817"/>
          <a:ext cx="3186113" cy="275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045123-A720-057E-CD38-3AF9104D08B6}"/>
              </a:ext>
            </a:extLst>
          </p:cNvPr>
          <p:cNvSpPr txBox="1"/>
          <p:nvPr/>
        </p:nvSpPr>
        <p:spPr>
          <a:xfrm>
            <a:off x="4679156" y="1754981"/>
            <a:ext cx="2762250" cy="46166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baseline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86% </a:t>
            </a:r>
            <a:r>
              <a:rPr lang="en-US" sz="1200" b="0" baseline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OF OUR STUDENTS PASS THE DRIVING TEST IN </a:t>
            </a:r>
            <a:r>
              <a:rPr lang="en-US" sz="1200" b="1" baseline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 ATTEMPT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16A4143-F1D4-4BE9-BA14-C99089E389CB}"/>
              </a:ext>
            </a:extLst>
          </p:cNvPr>
          <p:cNvSpPr txBox="1"/>
          <p:nvPr/>
        </p:nvSpPr>
        <p:spPr>
          <a:xfrm>
            <a:off x="4669631" y="2135981"/>
            <a:ext cx="3105150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1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Driving test passed by number of attempts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2E1D4-0746-AA60-7F89-1CB5B3ACD5B9}"/>
              </a:ext>
            </a:extLst>
          </p:cNvPr>
          <p:cNvSpPr txBox="1"/>
          <p:nvPr/>
        </p:nvSpPr>
        <p:spPr>
          <a:xfrm>
            <a:off x="4673824" y="4989432"/>
            <a:ext cx="2710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3 attempts or more | </a:t>
            </a:r>
            <a:r>
              <a:rPr lang="en-US" sz="1000" b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attemps </a:t>
            </a:r>
            <a:r>
              <a:rPr lang="en-US" sz="1000">
                <a:latin typeface="Roboto" panose="02000000000000000000" pitchFamily="2" charset="0"/>
                <a:ea typeface="Roboto" panose="02000000000000000000" pitchFamily="2" charset="0"/>
              </a:rPr>
              <a:t>| </a:t>
            </a:r>
            <a:r>
              <a:rPr lang="en-US" sz="10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 attemp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8E4CC140-240F-4B0E-9749-3181742CEFFC}"/>
              </a:ext>
            </a:extLst>
          </p:cNvPr>
          <p:cNvSpPr txBox="1"/>
          <p:nvPr/>
        </p:nvSpPr>
        <p:spPr>
          <a:xfrm>
            <a:off x="5649515" y="3954474"/>
            <a:ext cx="873919" cy="52328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baseline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86%</a:t>
            </a:r>
          </a:p>
        </p:txBody>
      </p:sp>
    </p:spTree>
    <p:extLst>
      <p:ext uri="{BB962C8B-B14F-4D97-AF65-F5344CB8AC3E}">
        <p14:creationId xmlns:p14="http://schemas.microsoft.com/office/powerpoint/2010/main" val="237812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33692BF-8A39-104D-3CF7-B05B069456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792920"/>
              </p:ext>
            </p:extLst>
          </p:nvPr>
        </p:nvGraphicFramePr>
        <p:xfrm>
          <a:off x="4436266" y="2340767"/>
          <a:ext cx="3186113" cy="275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5BE4A3-73F9-F4D2-7093-E74BDABA4DB0}"/>
              </a:ext>
            </a:extLst>
          </p:cNvPr>
          <p:cNvSpPr txBox="1"/>
          <p:nvPr/>
        </p:nvSpPr>
        <p:spPr>
          <a:xfrm>
            <a:off x="4679156" y="1754981"/>
            <a:ext cx="2762250" cy="46166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baseline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86% </a:t>
            </a:r>
            <a:r>
              <a:rPr lang="en-US" sz="1200" b="0" baseline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OF OUR STUDENTS PASS THE DRIVING TEST IN </a:t>
            </a:r>
            <a:r>
              <a:rPr lang="en-US" sz="1200" b="1" baseline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 ATTEMPT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AC3CBAC-F893-82F1-0E69-21A229EB7944}"/>
              </a:ext>
            </a:extLst>
          </p:cNvPr>
          <p:cNvSpPr txBox="1"/>
          <p:nvPr/>
        </p:nvSpPr>
        <p:spPr>
          <a:xfrm>
            <a:off x="4669631" y="2135981"/>
            <a:ext cx="3105150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1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Driving test passed by number of attempts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A89C5-5AAF-2EB6-D584-A517F90DD02F}"/>
              </a:ext>
            </a:extLst>
          </p:cNvPr>
          <p:cNvSpPr txBox="1"/>
          <p:nvPr/>
        </p:nvSpPr>
        <p:spPr>
          <a:xfrm>
            <a:off x="4673824" y="4989432"/>
            <a:ext cx="2710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3 attempts or more | </a:t>
            </a:r>
            <a:r>
              <a:rPr lang="en-US" sz="1000" b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attemps </a:t>
            </a:r>
            <a:r>
              <a:rPr lang="en-US" sz="1000">
                <a:latin typeface="Roboto" panose="02000000000000000000" pitchFamily="2" charset="0"/>
                <a:ea typeface="Roboto" panose="02000000000000000000" pitchFamily="2" charset="0"/>
              </a:rPr>
              <a:t>| </a:t>
            </a:r>
            <a:r>
              <a:rPr lang="en-US" sz="10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 attemp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3935FAE-D4DA-5B7E-39F6-DD6F9ADC82C1}"/>
              </a:ext>
            </a:extLst>
          </p:cNvPr>
          <p:cNvSpPr txBox="1"/>
          <p:nvPr/>
        </p:nvSpPr>
        <p:spPr>
          <a:xfrm>
            <a:off x="5642371" y="3501118"/>
            <a:ext cx="873919" cy="52328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1" baseline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86%</a:t>
            </a:r>
          </a:p>
        </p:txBody>
      </p:sp>
    </p:spTree>
    <p:extLst>
      <p:ext uri="{BB962C8B-B14F-4D97-AF65-F5344CB8AC3E}">
        <p14:creationId xmlns:p14="http://schemas.microsoft.com/office/powerpoint/2010/main" val="25481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804C9A-B5B4-2E4B-001C-C3FF000E23CF}"/>
              </a:ext>
            </a:extLst>
          </p:cNvPr>
          <p:cNvSpPr txBox="1"/>
          <p:nvPr/>
        </p:nvSpPr>
        <p:spPr>
          <a:xfrm>
            <a:off x="4679156" y="1754981"/>
            <a:ext cx="2762250" cy="46166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baseline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86% </a:t>
            </a:r>
            <a:r>
              <a:rPr lang="en-US" sz="1200" b="0" baseline="0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OF OUR STUDENTS PASS THE DRIVING TEST IN </a:t>
            </a:r>
            <a:r>
              <a:rPr lang="en-US" sz="1200" b="1" baseline="0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 ATTEMPT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A6501B4-CF78-F294-6885-4E7F366097C8}"/>
              </a:ext>
            </a:extLst>
          </p:cNvPr>
          <p:cNvSpPr txBox="1"/>
          <p:nvPr/>
        </p:nvSpPr>
        <p:spPr>
          <a:xfrm>
            <a:off x="4698206" y="2135981"/>
            <a:ext cx="3105150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1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Driving test passed by number of attempts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7CE660-F881-F12B-9AE9-6FC5B4FB1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102" y="2443760"/>
            <a:ext cx="3529250" cy="21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077B1A-1D6D-6C3F-9E3A-6C1996885DDD}"/>
              </a:ext>
            </a:extLst>
          </p:cNvPr>
          <p:cNvSpPr txBox="1"/>
          <p:nvPr/>
        </p:nvSpPr>
        <p:spPr>
          <a:xfrm rot="16200000">
            <a:off x="705642" y="2360344"/>
            <a:ext cx="1117283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1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Basic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61E7F-C521-E9B8-995C-1F5E297BCEFE}"/>
              </a:ext>
            </a:extLst>
          </p:cNvPr>
          <p:cNvSpPr txBox="1"/>
          <p:nvPr/>
        </p:nvSpPr>
        <p:spPr>
          <a:xfrm>
            <a:off x="1125784" y="1778555"/>
            <a:ext cx="3246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i="0">
                <a:solidFill>
                  <a:srgbClr val="0D1A63"/>
                </a:solidFill>
                <a:effectLst/>
                <a:latin typeface="Roboto" panose="02000000000000000000" pitchFamily="2" charset="0"/>
              </a:rPr>
              <a:t>Federal Funds Effective Rate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6AE7F9A-39E5-4D76-8A98-C283CC307A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2338257"/>
              </p:ext>
            </p:extLst>
          </p:nvPr>
        </p:nvGraphicFramePr>
        <p:xfrm>
          <a:off x="1281112" y="2081212"/>
          <a:ext cx="9629776" cy="269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73743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EE1978A-55ED-45A4-9257-9013A50D55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989355"/>
              </p:ext>
            </p:extLst>
          </p:nvPr>
        </p:nvGraphicFramePr>
        <p:xfrm>
          <a:off x="2286000" y="1219200"/>
          <a:ext cx="7620000" cy="5048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3F9FFE-9C8C-F5E9-EF5F-AF1E5AC19BEA}"/>
              </a:ext>
            </a:extLst>
          </p:cNvPr>
          <p:cNvSpPr txBox="1"/>
          <p:nvPr/>
        </p:nvSpPr>
        <p:spPr>
          <a:xfrm>
            <a:off x="2286000" y="273605"/>
            <a:ext cx="5505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>
                <a:solidFill>
                  <a:srgbClr val="0D1A63"/>
                </a:solidFill>
                <a:effectLst/>
                <a:latin typeface="Roboto" panose="02000000000000000000" pitchFamily="2" charset="0"/>
              </a:rPr>
              <a:t>ASIA ACCOUNTS FOR MORE THAN</a:t>
            </a:r>
            <a:r>
              <a:rPr lang="en-US" b="1" i="0">
                <a:solidFill>
                  <a:srgbClr val="F68048"/>
                </a:solidFill>
                <a:effectLst/>
                <a:latin typeface="Roboto" panose="02000000000000000000" pitchFamily="2" charset="0"/>
              </a:rPr>
              <a:t> 50% </a:t>
            </a:r>
            <a:r>
              <a:rPr lang="en-US" b="1" i="0">
                <a:solidFill>
                  <a:srgbClr val="0D1A63"/>
                </a:solidFill>
                <a:effectLst/>
                <a:latin typeface="Roboto" panose="02000000000000000000" pitchFamily="2" charset="0"/>
              </a:rPr>
              <a:t>OF THE WORLD POPULATION THROUGH OUT HISTORY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41B53-8E05-C66A-F6CD-E6CF4A4B5584}"/>
              </a:ext>
            </a:extLst>
          </p:cNvPr>
          <p:cNvSpPr txBox="1"/>
          <p:nvPr/>
        </p:nvSpPr>
        <p:spPr>
          <a:xfrm>
            <a:off x="2276475" y="944255"/>
            <a:ext cx="618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Roboto" panose="02000000000000000000" pitchFamily="2" charset="0"/>
              </a:rPr>
              <a:t>World poluation of continents and major countries by time</a:t>
            </a:r>
            <a:endParaRPr lang="en-US" sz="1400" i="1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52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BA647B-2059-4D0C-8881-2B60C5721F63}"/>
              </a:ext>
            </a:extLst>
          </p:cNvPr>
          <p:cNvSpPr txBox="1"/>
          <p:nvPr/>
        </p:nvSpPr>
        <p:spPr>
          <a:xfrm>
            <a:off x="3231520" y="1294803"/>
            <a:ext cx="2750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>
                <a:solidFill>
                  <a:srgbClr val="0D1A63"/>
                </a:solidFill>
                <a:effectLst/>
                <a:latin typeface="Roboto" panose="02000000000000000000" pitchFamily="2" charset="0"/>
              </a:rPr>
              <a:t>Profit and loss for the FY 2020</a:t>
            </a:r>
            <a:endParaRPr lang="en-US" sz="1400">
              <a:solidFill>
                <a:srgbClr val="0D1A63"/>
              </a:solidFill>
              <a:latin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921CC90E-770C-1299-C4C6-6D3B5C49A80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35835393"/>
                  </p:ext>
                </p:extLst>
              </p:nvPr>
            </p:nvGraphicFramePr>
            <p:xfrm>
              <a:off x="3371850" y="1602580"/>
              <a:ext cx="5448300" cy="335041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921CC90E-770C-1299-C4C6-6D3B5C49A8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1850" y="1602580"/>
                <a:ext cx="5448300" cy="3350419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F86C56C-A107-3EBE-C73C-AF3C9A5EA905}"/>
              </a:ext>
            </a:extLst>
          </p:cNvPr>
          <p:cNvSpPr txBox="1"/>
          <p:nvPr/>
        </p:nvSpPr>
        <p:spPr>
          <a:xfrm rot="16200000">
            <a:off x="2881016" y="1846822"/>
            <a:ext cx="9626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i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</a:rPr>
              <a:t>Milions USD</a:t>
            </a:r>
            <a:endParaRPr lang="en-US" sz="1100" i="1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F5A43-53F2-8989-39DE-EF85DDB167D5}"/>
              </a:ext>
            </a:extLst>
          </p:cNvPr>
          <p:cNvSpPr txBox="1"/>
          <p:nvPr/>
        </p:nvSpPr>
        <p:spPr>
          <a:xfrm>
            <a:off x="3231520" y="1034650"/>
            <a:ext cx="4197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DIRECT COSTS CONSUMED </a:t>
            </a:r>
            <a:r>
              <a:rPr lang="en-US" sz="1400" b="1">
                <a:solidFill>
                  <a:srgbClr val="F6804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38%</a:t>
            </a:r>
            <a:r>
              <a:rPr lang="en-US" sz="1400" b="1">
                <a:solidFill>
                  <a:srgbClr val="0D1A6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OF REVENUE.</a:t>
            </a:r>
          </a:p>
        </p:txBody>
      </p:sp>
    </p:spTree>
    <p:extLst>
      <p:ext uri="{BB962C8B-B14F-4D97-AF65-F5344CB8AC3E}">
        <p14:creationId xmlns:p14="http://schemas.microsoft.com/office/powerpoint/2010/main" val="392369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E603E0-6798-424A-95FF-8CD988D3454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8f22713-9557-4dff-b5f2-674ff2ee73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4834</TotalTime>
  <Words>266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Phat Pham</dc:creator>
  <cp:lastModifiedBy>Phat Pham</cp:lastModifiedBy>
  <cp:revision>7</cp:revision>
  <dcterms:created xsi:type="dcterms:W3CDTF">2026-05-21T17:00:39Z</dcterms:created>
  <dcterms:modified xsi:type="dcterms:W3CDTF">2026-05-26T12:11:32Z</dcterms:modified>
</cp:coreProperties>
</file>